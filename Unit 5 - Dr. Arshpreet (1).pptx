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58" r:id="rId6"/>
    <p:sldId id="350" r:id="rId7"/>
    <p:sldId id="351" r:id="rId8"/>
    <p:sldId id="352" r:id="rId9"/>
    <p:sldId id="353" r:id="rId10"/>
    <p:sldId id="354" r:id="rId11"/>
    <p:sldId id="355" r:id="rId12"/>
    <p:sldId id="356" r:id="rId13"/>
    <p:sldId id="357" r:id="rId14"/>
    <p:sldId id="260" r:id="rId15"/>
    <p:sldId id="261" r:id="rId16"/>
    <p:sldId id="263" r:id="rId17"/>
    <p:sldId id="343" r:id="rId18"/>
    <p:sldId id="344" r:id="rId19"/>
    <p:sldId id="345" r:id="rId20"/>
    <p:sldId id="285" r:id="rId21"/>
    <p:sldId id="342" r:id="rId22"/>
    <p:sldId id="287" r:id="rId23"/>
    <p:sldId id="281" r:id="rId24"/>
    <p:sldId id="340" r:id="rId25"/>
    <p:sldId id="346" r:id="rId26"/>
    <p:sldId id="294" r:id="rId27"/>
    <p:sldId id="280" r:id="rId28"/>
    <p:sldId id="295" r:id="rId29"/>
    <p:sldId id="296" r:id="rId30"/>
    <p:sldId id="293" r:id="rId31"/>
    <p:sldId id="298" r:id="rId32"/>
    <p:sldId id="291" r:id="rId33"/>
    <p:sldId id="283" r:id="rId34"/>
    <p:sldId id="297" r:id="rId35"/>
    <p:sldId id="341" r:id="rId36"/>
    <p:sldId id="347" r:id="rId37"/>
    <p:sldId id="348" r:id="rId38"/>
    <p:sldId id="299" r:id="rId39"/>
    <p:sldId id="300" r:id="rId40"/>
    <p:sldId id="292" r:id="rId41"/>
    <p:sldId id="303" r:id="rId42"/>
    <p:sldId id="323" r:id="rId43"/>
    <p:sldId id="302" r:id="rId44"/>
    <p:sldId id="304" r:id="rId45"/>
    <p:sldId id="305" r:id="rId46"/>
    <p:sldId id="308" r:id="rId47"/>
    <p:sldId id="309" r:id="rId48"/>
    <p:sldId id="319" r:id="rId49"/>
    <p:sldId id="322" r:id="rId50"/>
    <p:sldId id="326" r:id="rId51"/>
    <p:sldId id="333" r:id="rId52"/>
    <p:sldId id="288" r:id="rId53"/>
    <p:sldId id="334" r:id="rId54"/>
    <p:sldId id="335" r:id="rId55"/>
    <p:sldId id="336" r:id="rId56"/>
    <p:sldId id="337" r:id="rId57"/>
    <p:sldId id="338" r:id="rId58"/>
    <p:sldId id="339" r:id="rId5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5" Type="http://schemas.openxmlformats.org/officeDocument/2006/relationships/slide" Target="slides/slide1.xml"/><Relationship Id="rId61" Type="http://schemas.openxmlformats.org/officeDocument/2006/relationships/viewProps" Target="viewProp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arrays-in-javascript/" TargetMode="External"/><Relationship Id="rId7" Type="http://schemas.openxmlformats.org/officeDocument/2006/relationships/hyperlink" Target="https://www.geeksforgeeks.org/javascript-statements/" TargetMode="External"/><Relationship Id="rId2" Type="http://schemas.openxmlformats.org/officeDocument/2006/relationships/hyperlink" Target="https://www.geeksforgeeks.org/server-side-client-side-programming/" TargetMode="External"/><Relationship Id="rId1" Type="http://schemas.openxmlformats.org/officeDocument/2006/relationships/hyperlink" Target="https://www.geeksforgeeks.org/type-systemsdynamic-typing-static-typing-duck-typing/" TargetMode="External"/><Relationship Id="rId6" Type="http://schemas.openxmlformats.org/officeDocument/2006/relationships/hyperlink" Target="https://www.geeksforgeeks.org/javascript-operators/" TargetMode="External"/><Relationship Id="rId5" Type="http://schemas.openxmlformats.org/officeDocument/2006/relationships/hyperlink" Target="https://www.geeksforgeeks.org/javascript-math-object/" TargetMode="External"/><Relationship Id="rId4" Type="http://schemas.openxmlformats.org/officeDocument/2006/relationships/hyperlink" Target="https://www.geeksforgeeks.org/javascript-date-objects/" TargetMode="External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arrays-in-javascript/" TargetMode="External"/><Relationship Id="rId7" Type="http://schemas.openxmlformats.org/officeDocument/2006/relationships/hyperlink" Target="https://www.geeksforgeeks.org/javascript-statements/" TargetMode="External"/><Relationship Id="rId2" Type="http://schemas.openxmlformats.org/officeDocument/2006/relationships/hyperlink" Target="https://www.geeksforgeeks.org/server-side-client-side-programming/" TargetMode="External"/><Relationship Id="rId1" Type="http://schemas.openxmlformats.org/officeDocument/2006/relationships/hyperlink" Target="https://www.geeksforgeeks.org/type-systemsdynamic-typing-static-typing-duck-typing/" TargetMode="External"/><Relationship Id="rId6" Type="http://schemas.openxmlformats.org/officeDocument/2006/relationships/hyperlink" Target="https://www.geeksforgeeks.org/javascript-operators/" TargetMode="External"/><Relationship Id="rId5" Type="http://schemas.openxmlformats.org/officeDocument/2006/relationships/hyperlink" Target="https://www.geeksforgeeks.org/javascript-math-object/" TargetMode="External"/><Relationship Id="rId4" Type="http://schemas.openxmlformats.org/officeDocument/2006/relationships/hyperlink" Target="https://www.geeksforgeeks.org/javascript-date-objects/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920EA5A-C82A-4650-AED6-01EBF686AF36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CA188F4-94A7-426B-8C27-FAAA57B789E7}">
      <dgm:prSet/>
      <dgm:spPr/>
      <dgm:t>
        <a:bodyPr/>
        <a:lstStyle/>
        <a:p>
          <a:r>
            <a:rPr lang="en-US" b="0" i="0"/>
            <a:t>It is also known as the scripting language for webpages. </a:t>
          </a:r>
          <a:endParaRPr lang="en-US"/>
        </a:p>
      </dgm:t>
    </dgm:pt>
    <dgm:pt modelId="{2E01419B-13AA-49E9-A7E5-4252A263696C}" type="parTrans" cxnId="{C5EC2714-46E8-49FF-9870-0707C4BAE1EE}">
      <dgm:prSet/>
      <dgm:spPr/>
      <dgm:t>
        <a:bodyPr/>
        <a:lstStyle/>
        <a:p>
          <a:endParaRPr lang="en-US"/>
        </a:p>
      </dgm:t>
    </dgm:pt>
    <dgm:pt modelId="{FB1C94C0-7539-4D44-8C89-633D8B2D52AD}" type="sibTrans" cxnId="{C5EC2714-46E8-49FF-9870-0707C4BAE1EE}">
      <dgm:prSet/>
      <dgm:spPr/>
      <dgm:t>
        <a:bodyPr/>
        <a:lstStyle/>
        <a:p>
          <a:endParaRPr lang="en-US"/>
        </a:p>
      </dgm:t>
    </dgm:pt>
    <dgm:pt modelId="{13010C2F-E69D-4C5E-8F4C-0AB5BB4F88DB}">
      <dgm:prSet/>
      <dgm:spPr/>
      <dgm:t>
        <a:bodyPr/>
        <a:lstStyle/>
        <a:p>
          <a:r>
            <a:rPr lang="en-US" b="0" i="0"/>
            <a:t>It is well-known for the development of web pages, and many non-browser environments also use it.</a:t>
          </a:r>
          <a:endParaRPr lang="en-US"/>
        </a:p>
      </dgm:t>
    </dgm:pt>
    <dgm:pt modelId="{3F67C0EE-610F-492D-9F68-30FB7FB28F53}" type="parTrans" cxnId="{0B7C0EC5-6434-4AC7-816F-DB9677E87494}">
      <dgm:prSet/>
      <dgm:spPr/>
      <dgm:t>
        <a:bodyPr/>
        <a:lstStyle/>
        <a:p>
          <a:endParaRPr lang="en-US"/>
        </a:p>
      </dgm:t>
    </dgm:pt>
    <dgm:pt modelId="{113DFDFA-689C-475B-BAAE-8701179EDD58}" type="sibTrans" cxnId="{0B7C0EC5-6434-4AC7-816F-DB9677E87494}">
      <dgm:prSet/>
      <dgm:spPr/>
      <dgm:t>
        <a:bodyPr/>
        <a:lstStyle/>
        <a:p>
          <a:endParaRPr lang="en-US"/>
        </a:p>
      </dgm:t>
    </dgm:pt>
    <dgm:pt modelId="{FF3C5F0D-75BB-421E-8BDD-7EAB6DAAF532}">
      <dgm:prSet/>
      <dgm:spPr/>
      <dgm:t>
        <a:bodyPr/>
        <a:lstStyle/>
        <a:p>
          <a:r>
            <a:rPr lang="en-US" b="0" i="0"/>
            <a:t>JavaScript is a</a:t>
          </a:r>
          <a:r>
            <a:rPr lang="en-US" b="1" i="0"/>
            <a:t> </a:t>
          </a:r>
          <a:r>
            <a:rPr lang="en-US" b="1" i="0">
              <a:hlinkClick xmlns:r="http://schemas.openxmlformats.org/officeDocument/2006/relationships" r:id="rId1"/>
            </a:rPr>
            <a:t>weakly typed language</a:t>
          </a:r>
          <a:r>
            <a:rPr lang="en-US" b="1" i="0"/>
            <a:t> (dynamically typed)</a:t>
          </a:r>
          <a:r>
            <a:rPr lang="en-US" b="0" i="0"/>
            <a:t>.</a:t>
          </a:r>
          <a:endParaRPr lang="en-US"/>
        </a:p>
      </dgm:t>
    </dgm:pt>
    <dgm:pt modelId="{ACAA33C0-C606-44EE-8E37-1F29548783EB}" type="parTrans" cxnId="{7E9785FF-73B9-41E7-9017-85BCB0956C6E}">
      <dgm:prSet/>
      <dgm:spPr/>
      <dgm:t>
        <a:bodyPr/>
        <a:lstStyle/>
        <a:p>
          <a:endParaRPr lang="en-US"/>
        </a:p>
      </dgm:t>
    </dgm:pt>
    <dgm:pt modelId="{80D644F4-4FD9-4164-8678-C5F03E5130EB}" type="sibTrans" cxnId="{7E9785FF-73B9-41E7-9017-85BCB0956C6E}">
      <dgm:prSet/>
      <dgm:spPr/>
      <dgm:t>
        <a:bodyPr/>
        <a:lstStyle/>
        <a:p>
          <a:endParaRPr lang="en-US"/>
        </a:p>
      </dgm:t>
    </dgm:pt>
    <dgm:pt modelId="{79BD1C04-777C-4B8B-8C26-4437A21FD81E}">
      <dgm:prSet/>
      <dgm:spPr/>
      <dgm:t>
        <a:bodyPr/>
        <a:lstStyle/>
        <a:p>
          <a:r>
            <a:rPr lang="en-US" b="0" i="0"/>
            <a:t>JavaScript can be used for </a:t>
          </a:r>
          <a:r>
            <a:rPr lang="en-US" b="1" i="0">
              <a:hlinkClick xmlns:r="http://schemas.openxmlformats.org/officeDocument/2006/relationships" r:id="rId2"/>
            </a:rPr>
            <a:t>Client-side</a:t>
          </a:r>
          <a:r>
            <a:rPr lang="en-US" b="0" i="0"/>
            <a:t> developments as well as </a:t>
          </a:r>
          <a:r>
            <a:rPr lang="en-US" b="1" i="0">
              <a:hlinkClick xmlns:r="http://schemas.openxmlformats.org/officeDocument/2006/relationships" r:id="rId2"/>
            </a:rPr>
            <a:t>Server-side</a:t>
          </a:r>
          <a:r>
            <a:rPr lang="en-US" b="0" i="0"/>
            <a:t> developments. </a:t>
          </a:r>
          <a:endParaRPr lang="en-US"/>
        </a:p>
      </dgm:t>
    </dgm:pt>
    <dgm:pt modelId="{6BCE5816-EC88-4802-90FE-2845BD25268D}" type="parTrans" cxnId="{68FE0332-6D8F-4824-8F5E-7ED26509D565}">
      <dgm:prSet/>
      <dgm:spPr/>
      <dgm:t>
        <a:bodyPr/>
        <a:lstStyle/>
        <a:p>
          <a:endParaRPr lang="en-US"/>
        </a:p>
      </dgm:t>
    </dgm:pt>
    <dgm:pt modelId="{561E527B-ED79-4C48-9D76-0CBA9BB11779}" type="sibTrans" cxnId="{68FE0332-6D8F-4824-8F5E-7ED26509D565}">
      <dgm:prSet/>
      <dgm:spPr/>
      <dgm:t>
        <a:bodyPr/>
        <a:lstStyle/>
        <a:p>
          <a:endParaRPr lang="en-US"/>
        </a:p>
      </dgm:t>
    </dgm:pt>
    <dgm:pt modelId="{2C6EECEA-2268-4BF5-9975-1E328D1D4332}">
      <dgm:prSet/>
      <dgm:spPr/>
      <dgm:t>
        <a:bodyPr/>
        <a:lstStyle/>
        <a:p>
          <a:r>
            <a:rPr lang="en-US" b="0" i="0"/>
            <a:t>JavaScript is both an imperative and declarative type of language.</a:t>
          </a:r>
          <a:endParaRPr lang="en-US"/>
        </a:p>
      </dgm:t>
    </dgm:pt>
    <dgm:pt modelId="{0D442BCE-00B9-48CB-B9C5-DD6D90CFA26F}" type="parTrans" cxnId="{1ED43703-8333-423E-B608-800E7CBBD670}">
      <dgm:prSet/>
      <dgm:spPr/>
      <dgm:t>
        <a:bodyPr/>
        <a:lstStyle/>
        <a:p>
          <a:endParaRPr lang="en-US"/>
        </a:p>
      </dgm:t>
    </dgm:pt>
    <dgm:pt modelId="{E2493352-86FA-41D6-BE0B-B1997264C3FF}" type="sibTrans" cxnId="{1ED43703-8333-423E-B608-800E7CBBD670}">
      <dgm:prSet/>
      <dgm:spPr/>
      <dgm:t>
        <a:bodyPr/>
        <a:lstStyle/>
        <a:p>
          <a:endParaRPr lang="en-US"/>
        </a:p>
      </dgm:t>
    </dgm:pt>
    <dgm:pt modelId="{14CB9653-B5BA-4D3F-8F59-56B3866AFCA8}">
      <dgm:prSet/>
      <dgm:spPr/>
      <dgm:t>
        <a:bodyPr/>
        <a:lstStyle/>
        <a:p>
          <a:r>
            <a:rPr lang="en-US" b="0" i="0"/>
            <a:t>JavaScript contains a standard library of objects, like </a:t>
          </a:r>
          <a:r>
            <a:rPr lang="en-US" b="1" i="0">
              <a:hlinkClick xmlns:r="http://schemas.openxmlformats.org/officeDocument/2006/relationships" r:id="rId3"/>
            </a:rPr>
            <a:t>Array</a:t>
          </a:r>
          <a:r>
            <a:rPr lang="en-US" b="0" i="0"/>
            <a:t>, </a:t>
          </a:r>
          <a:r>
            <a:rPr lang="en-US" b="1" i="0">
              <a:hlinkClick xmlns:r="http://schemas.openxmlformats.org/officeDocument/2006/relationships" r:id="rId4"/>
            </a:rPr>
            <a:t>Date</a:t>
          </a:r>
          <a:r>
            <a:rPr lang="en-US" b="0" i="0"/>
            <a:t>, and </a:t>
          </a:r>
          <a:r>
            <a:rPr lang="en-US" b="1" i="0">
              <a:hlinkClick xmlns:r="http://schemas.openxmlformats.org/officeDocument/2006/relationships" r:id="rId5"/>
            </a:rPr>
            <a:t>Math</a:t>
          </a:r>
          <a:r>
            <a:rPr lang="en-US" b="0" i="0"/>
            <a:t>, and a core set of language elements like </a:t>
          </a:r>
          <a:r>
            <a:rPr lang="en-US" b="1" i="0">
              <a:hlinkClick xmlns:r="http://schemas.openxmlformats.org/officeDocument/2006/relationships" r:id="rId6"/>
            </a:rPr>
            <a:t>operators</a:t>
          </a:r>
          <a:r>
            <a:rPr lang="en-US" b="0" i="0"/>
            <a:t>, </a:t>
          </a:r>
          <a:r>
            <a:rPr lang="en-US" b="1" i="0"/>
            <a:t>control structures</a:t>
          </a:r>
          <a:r>
            <a:rPr lang="en-US" b="0" i="0"/>
            <a:t>, and </a:t>
          </a:r>
          <a:r>
            <a:rPr lang="en-US" b="1" i="0">
              <a:hlinkClick xmlns:r="http://schemas.openxmlformats.org/officeDocument/2006/relationships" r:id="rId7"/>
            </a:rPr>
            <a:t>statements</a:t>
          </a:r>
          <a:r>
            <a:rPr lang="en-US" b="0" i="0"/>
            <a:t>. </a:t>
          </a:r>
          <a:endParaRPr lang="en-US"/>
        </a:p>
      </dgm:t>
    </dgm:pt>
    <dgm:pt modelId="{81986241-9794-415B-A412-90EFBEECE3B9}" type="parTrans" cxnId="{A59F34FE-82CD-4E5A-A38C-7A02ECEEDEFC}">
      <dgm:prSet/>
      <dgm:spPr/>
      <dgm:t>
        <a:bodyPr/>
        <a:lstStyle/>
        <a:p>
          <a:endParaRPr lang="en-US"/>
        </a:p>
      </dgm:t>
    </dgm:pt>
    <dgm:pt modelId="{8F8FD413-2D14-4D38-BAA8-4744FA094638}" type="sibTrans" cxnId="{A59F34FE-82CD-4E5A-A38C-7A02ECEEDEFC}">
      <dgm:prSet/>
      <dgm:spPr/>
      <dgm:t>
        <a:bodyPr/>
        <a:lstStyle/>
        <a:p>
          <a:endParaRPr lang="en-US"/>
        </a:p>
      </dgm:t>
    </dgm:pt>
    <dgm:pt modelId="{30FE2524-0A4A-4C1B-AB71-55FA6F59432C}" type="pres">
      <dgm:prSet presAssocID="{8920EA5A-C82A-4650-AED6-01EBF686AF36}" presName="vert0" presStyleCnt="0">
        <dgm:presLayoutVars>
          <dgm:dir/>
          <dgm:animOne val="branch"/>
          <dgm:animLvl val="lvl"/>
        </dgm:presLayoutVars>
      </dgm:prSet>
      <dgm:spPr/>
    </dgm:pt>
    <dgm:pt modelId="{D3FFA439-96BB-4C69-BF24-9E1DBABF1BAB}" type="pres">
      <dgm:prSet presAssocID="{0CA188F4-94A7-426B-8C27-FAAA57B789E7}" presName="thickLine" presStyleLbl="alignNode1" presStyleIdx="0" presStyleCnt="6"/>
      <dgm:spPr/>
    </dgm:pt>
    <dgm:pt modelId="{551E5AB9-33E2-4918-8655-5C25826E101F}" type="pres">
      <dgm:prSet presAssocID="{0CA188F4-94A7-426B-8C27-FAAA57B789E7}" presName="horz1" presStyleCnt="0"/>
      <dgm:spPr/>
    </dgm:pt>
    <dgm:pt modelId="{384654E2-CB8A-4FA0-B6B3-B6012AC229ED}" type="pres">
      <dgm:prSet presAssocID="{0CA188F4-94A7-426B-8C27-FAAA57B789E7}" presName="tx1" presStyleLbl="revTx" presStyleIdx="0" presStyleCnt="6"/>
      <dgm:spPr/>
    </dgm:pt>
    <dgm:pt modelId="{7846062C-2AD1-47A4-9522-64B72F9A74D1}" type="pres">
      <dgm:prSet presAssocID="{0CA188F4-94A7-426B-8C27-FAAA57B789E7}" presName="vert1" presStyleCnt="0"/>
      <dgm:spPr/>
    </dgm:pt>
    <dgm:pt modelId="{445F1B47-DDCB-44E7-BC55-1DD44C3AD06E}" type="pres">
      <dgm:prSet presAssocID="{13010C2F-E69D-4C5E-8F4C-0AB5BB4F88DB}" presName="thickLine" presStyleLbl="alignNode1" presStyleIdx="1" presStyleCnt="6"/>
      <dgm:spPr/>
    </dgm:pt>
    <dgm:pt modelId="{2621E43E-5789-4A52-BDB8-9D29F2A052DC}" type="pres">
      <dgm:prSet presAssocID="{13010C2F-E69D-4C5E-8F4C-0AB5BB4F88DB}" presName="horz1" presStyleCnt="0"/>
      <dgm:spPr/>
    </dgm:pt>
    <dgm:pt modelId="{A95FB039-C9F7-4A89-A093-EB9D6E96B722}" type="pres">
      <dgm:prSet presAssocID="{13010C2F-E69D-4C5E-8F4C-0AB5BB4F88DB}" presName="tx1" presStyleLbl="revTx" presStyleIdx="1" presStyleCnt="6"/>
      <dgm:spPr/>
    </dgm:pt>
    <dgm:pt modelId="{E7B6927E-CB19-45C6-A79A-6B2C1CC7D496}" type="pres">
      <dgm:prSet presAssocID="{13010C2F-E69D-4C5E-8F4C-0AB5BB4F88DB}" presName="vert1" presStyleCnt="0"/>
      <dgm:spPr/>
    </dgm:pt>
    <dgm:pt modelId="{4C4984BD-2E7C-4E1E-BA49-B2BCAC789455}" type="pres">
      <dgm:prSet presAssocID="{FF3C5F0D-75BB-421E-8BDD-7EAB6DAAF532}" presName="thickLine" presStyleLbl="alignNode1" presStyleIdx="2" presStyleCnt="6"/>
      <dgm:spPr/>
    </dgm:pt>
    <dgm:pt modelId="{3AB645BE-11D9-4BD1-B18B-D5E29B16AC2F}" type="pres">
      <dgm:prSet presAssocID="{FF3C5F0D-75BB-421E-8BDD-7EAB6DAAF532}" presName="horz1" presStyleCnt="0"/>
      <dgm:spPr/>
    </dgm:pt>
    <dgm:pt modelId="{0E8AF5EA-757C-4F92-8FFF-4FE5379612B8}" type="pres">
      <dgm:prSet presAssocID="{FF3C5F0D-75BB-421E-8BDD-7EAB6DAAF532}" presName="tx1" presStyleLbl="revTx" presStyleIdx="2" presStyleCnt="6"/>
      <dgm:spPr/>
    </dgm:pt>
    <dgm:pt modelId="{B6DA30FF-7949-4F8D-ABC3-347F29DF8830}" type="pres">
      <dgm:prSet presAssocID="{FF3C5F0D-75BB-421E-8BDD-7EAB6DAAF532}" presName="vert1" presStyleCnt="0"/>
      <dgm:spPr/>
    </dgm:pt>
    <dgm:pt modelId="{128709CD-2B9A-413F-93B7-2204FDE92748}" type="pres">
      <dgm:prSet presAssocID="{79BD1C04-777C-4B8B-8C26-4437A21FD81E}" presName="thickLine" presStyleLbl="alignNode1" presStyleIdx="3" presStyleCnt="6"/>
      <dgm:spPr/>
    </dgm:pt>
    <dgm:pt modelId="{1C563FF4-B6BB-47A1-B2CA-E29572E28B05}" type="pres">
      <dgm:prSet presAssocID="{79BD1C04-777C-4B8B-8C26-4437A21FD81E}" presName="horz1" presStyleCnt="0"/>
      <dgm:spPr/>
    </dgm:pt>
    <dgm:pt modelId="{7103BF74-1695-4640-9E8B-F352800219E0}" type="pres">
      <dgm:prSet presAssocID="{79BD1C04-777C-4B8B-8C26-4437A21FD81E}" presName="tx1" presStyleLbl="revTx" presStyleIdx="3" presStyleCnt="6"/>
      <dgm:spPr/>
    </dgm:pt>
    <dgm:pt modelId="{C6ACB4BA-2A9C-4B20-9A69-B1008F9484CD}" type="pres">
      <dgm:prSet presAssocID="{79BD1C04-777C-4B8B-8C26-4437A21FD81E}" presName="vert1" presStyleCnt="0"/>
      <dgm:spPr/>
    </dgm:pt>
    <dgm:pt modelId="{61DD1EE0-FFA4-4F5C-AA77-A6BB9EA545B7}" type="pres">
      <dgm:prSet presAssocID="{2C6EECEA-2268-4BF5-9975-1E328D1D4332}" presName="thickLine" presStyleLbl="alignNode1" presStyleIdx="4" presStyleCnt="6"/>
      <dgm:spPr/>
    </dgm:pt>
    <dgm:pt modelId="{96076772-2FDD-43D7-9AFE-026FA7677F73}" type="pres">
      <dgm:prSet presAssocID="{2C6EECEA-2268-4BF5-9975-1E328D1D4332}" presName="horz1" presStyleCnt="0"/>
      <dgm:spPr/>
    </dgm:pt>
    <dgm:pt modelId="{6D42C563-ABB8-4F91-BABD-0D60D7C58BD8}" type="pres">
      <dgm:prSet presAssocID="{2C6EECEA-2268-4BF5-9975-1E328D1D4332}" presName="tx1" presStyleLbl="revTx" presStyleIdx="4" presStyleCnt="6"/>
      <dgm:spPr/>
    </dgm:pt>
    <dgm:pt modelId="{64120D57-D22F-4DA7-9CFF-5AC85FD3BDAF}" type="pres">
      <dgm:prSet presAssocID="{2C6EECEA-2268-4BF5-9975-1E328D1D4332}" presName="vert1" presStyleCnt="0"/>
      <dgm:spPr/>
    </dgm:pt>
    <dgm:pt modelId="{60417226-84E1-4D7C-B219-8CAB1E736B07}" type="pres">
      <dgm:prSet presAssocID="{14CB9653-B5BA-4D3F-8F59-56B3866AFCA8}" presName="thickLine" presStyleLbl="alignNode1" presStyleIdx="5" presStyleCnt="6"/>
      <dgm:spPr/>
    </dgm:pt>
    <dgm:pt modelId="{5EA66B30-1880-4D00-97F7-E4BD4E435CAD}" type="pres">
      <dgm:prSet presAssocID="{14CB9653-B5BA-4D3F-8F59-56B3866AFCA8}" presName="horz1" presStyleCnt="0"/>
      <dgm:spPr/>
    </dgm:pt>
    <dgm:pt modelId="{AD6CEBC1-B680-47E1-B816-1F742A7DE3D9}" type="pres">
      <dgm:prSet presAssocID="{14CB9653-B5BA-4D3F-8F59-56B3866AFCA8}" presName="tx1" presStyleLbl="revTx" presStyleIdx="5" presStyleCnt="6"/>
      <dgm:spPr/>
    </dgm:pt>
    <dgm:pt modelId="{3E69032A-C18C-43AA-B647-9246381806D5}" type="pres">
      <dgm:prSet presAssocID="{14CB9653-B5BA-4D3F-8F59-56B3866AFCA8}" presName="vert1" presStyleCnt="0"/>
      <dgm:spPr/>
    </dgm:pt>
  </dgm:ptLst>
  <dgm:cxnLst>
    <dgm:cxn modelId="{FC363700-6B44-40FB-AB23-39FF7BC67FC2}" type="presOf" srcId="{FF3C5F0D-75BB-421E-8BDD-7EAB6DAAF532}" destId="{0E8AF5EA-757C-4F92-8FFF-4FE5379612B8}" srcOrd="0" destOrd="0" presId="urn:microsoft.com/office/officeart/2008/layout/LinedList"/>
    <dgm:cxn modelId="{1ED43703-8333-423E-B608-800E7CBBD670}" srcId="{8920EA5A-C82A-4650-AED6-01EBF686AF36}" destId="{2C6EECEA-2268-4BF5-9975-1E328D1D4332}" srcOrd="4" destOrd="0" parTransId="{0D442BCE-00B9-48CB-B9C5-DD6D90CFA26F}" sibTransId="{E2493352-86FA-41D6-BE0B-B1997264C3FF}"/>
    <dgm:cxn modelId="{C5EC2714-46E8-49FF-9870-0707C4BAE1EE}" srcId="{8920EA5A-C82A-4650-AED6-01EBF686AF36}" destId="{0CA188F4-94A7-426B-8C27-FAAA57B789E7}" srcOrd="0" destOrd="0" parTransId="{2E01419B-13AA-49E9-A7E5-4252A263696C}" sibTransId="{FB1C94C0-7539-4D44-8C89-633D8B2D52AD}"/>
    <dgm:cxn modelId="{68FE0332-6D8F-4824-8F5E-7ED26509D565}" srcId="{8920EA5A-C82A-4650-AED6-01EBF686AF36}" destId="{79BD1C04-777C-4B8B-8C26-4437A21FD81E}" srcOrd="3" destOrd="0" parTransId="{6BCE5816-EC88-4802-90FE-2845BD25268D}" sibTransId="{561E527B-ED79-4C48-9D76-0CBA9BB11779}"/>
    <dgm:cxn modelId="{C7D7896E-AA83-4BA6-A390-243AFBA5117B}" type="presOf" srcId="{8920EA5A-C82A-4650-AED6-01EBF686AF36}" destId="{30FE2524-0A4A-4C1B-AB71-55FA6F59432C}" srcOrd="0" destOrd="0" presId="urn:microsoft.com/office/officeart/2008/layout/LinedList"/>
    <dgm:cxn modelId="{7E1A6B53-0216-4AD0-8B71-1B996FCF24DA}" type="presOf" srcId="{79BD1C04-777C-4B8B-8C26-4437A21FD81E}" destId="{7103BF74-1695-4640-9E8B-F352800219E0}" srcOrd="0" destOrd="0" presId="urn:microsoft.com/office/officeart/2008/layout/LinedList"/>
    <dgm:cxn modelId="{B05A9E73-AC40-4148-8CFA-417FFE2D5CBB}" type="presOf" srcId="{2C6EECEA-2268-4BF5-9975-1E328D1D4332}" destId="{6D42C563-ABB8-4F91-BABD-0D60D7C58BD8}" srcOrd="0" destOrd="0" presId="urn:microsoft.com/office/officeart/2008/layout/LinedList"/>
    <dgm:cxn modelId="{ABF0BD7E-DC5C-492A-B25C-CA3A8003FE34}" type="presOf" srcId="{0CA188F4-94A7-426B-8C27-FAAA57B789E7}" destId="{384654E2-CB8A-4FA0-B6B3-B6012AC229ED}" srcOrd="0" destOrd="0" presId="urn:microsoft.com/office/officeart/2008/layout/LinedList"/>
    <dgm:cxn modelId="{0B7C0EC5-6434-4AC7-816F-DB9677E87494}" srcId="{8920EA5A-C82A-4650-AED6-01EBF686AF36}" destId="{13010C2F-E69D-4C5E-8F4C-0AB5BB4F88DB}" srcOrd="1" destOrd="0" parTransId="{3F67C0EE-610F-492D-9F68-30FB7FB28F53}" sibTransId="{113DFDFA-689C-475B-BAAE-8701179EDD58}"/>
    <dgm:cxn modelId="{656135D1-65C6-4AA0-90B2-713305120177}" type="presOf" srcId="{14CB9653-B5BA-4D3F-8F59-56B3866AFCA8}" destId="{AD6CEBC1-B680-47E1-B816-1F742A7DE3D9}" srcOrd="0" destOrd="0" presId="urn:microsoft.com/office/officeart/2008/layout/LinedList"/>
    <dgm:cxn modelId="{19C4C7E6-78E5-4352-ADCC-668B41687653}" type="presOf" srcId="{13010C2F-E69D-4C5E-8F4C-0AB5BB4F88DB}" destId="{A95FB039-C9F7-4A89-A093-EB9D6E96B722}" srcOrd="0" destOrd="0" presId="urn:microsoft.com/office/officeart/2008/layout/LinedList"/>
    <dgm:cxn modelId="{A59F34FE-82CD-4E5A-A38C-7A02ECEEDEFC}" srcId="{8920EA5A-C82A-4650-AED6-01EBF686AF36}" destId="{14CB9653-B5BA-4D3F-8F59-56B3866AFCA8}" srcOrd="5" destOrd="0" parTransId="{81986241-9794-415B-A412-90EFBEECE3B9}" sibTransId="{8F8FD413-2D14-4D38-BAA8-4744FA094638}"/>
    <dgm:cxn modelId="{7E9785FF-73B9-41E7-9017-85BCB0956C6E}" srcId="{8920EA5A-C82A-4650-AED6-01EBF686AF36}" destId="{FF3C5F0D-75BB-421E-8BDD-7EAB6DAAF532}" srcOrd="2" destOrd="0" parTransId="{ACAA33C0-C606-44EE-8E37-1F29548783EB}" sibTransId="{80D644F4-4FD9-4164-8678-C5F03E5130EB}"/>
    <dgm:cxn modelId="{DB0D5AFE-32F2-4736-99B2-2F97F9F04F88}" type="presParOf" srcId="{30FE2524-0A4A-4C1B-AB71-55FA6F59432C}" destId="{D3FFA439-96BB-4C69-BF24-9E1DBABF1BAB}" srcOrd="0" destOrd="0" presId="urn:microsoft.com/office/officeart/2008/layout/LinedList"/>
    <dgm:cxn modelId="{DC064EA1-5C8C-4DE2-9565-96A890B2F26C}" type="presParOf" srcId="{30FE2524-0A4A-4C1B-AB71-55FA6F59432C}" destId="{551E5AB9-33E2-4918-8655-5C25826E101F}" srcOrd="1" destOrd="0" presId="urn:microsoft.com/office/officeart/2008/layout/LinedList"/>
    <dgm:cxn modelId="{DD9CE92F-112D-4629-99D1-0442A2BF7F68}" type="presParOf" srcId="{551E5AB9-33E2-4918-8655-5C25826E101F}" destId="{384654E2-CB8A-4FA0-B6B3-B6012AC229ED}" srcOrd="0" destOrd="0" presId="urn:microsoft.com/office/officeart/2008/layout/LinedList"/>
    <dgm:cxn modelId="{F0230212-7707-4F59-BD74-9E456EB7B6E3}" type="presParOf" srcId="{551E5AB9-33E2-4918-8655-5C25826E101F}" destId="{7846062C-2AD1-47A4-9522-64B72F9A74D1}" srcOrd="1" destOrd="0" presId="urn:microsoft.com/office/officeart/2008/layout/LinedList"/>
    <dgm:cxn modelId="{5410105B-3FF1-4DA8-A898-2BFF27BEC34E}" type="presParOf" srcId="{30FE2524-0A4A-4C1B-AB71-55FA6F59432C}" destId="{445F1B47-DDCB-44E7-BC55-1DD44C3AD06E}" srcOrd="2" destOrd="0" presId="urn:microsoft.com/office/officeart/2008/layout/LinedList"/>
    <dgm:cxn modelId="{3B3E775A-ECC4-40B4-B247-0DF1CAB086FA}" type="presParOf" srcId="{30FE2524-0A4A-4C1B-AB71-55FA6F59432C}" destId="{2621E43E-5789-4A52-BDB8-9D29F2A052DC}" srcOrd="3" destOrd="0" presId="urn:microsoft.com/office/officeart/2008/layout/LinedList"/>
    <dgm:cxn modelId="{FBD657E5-6069-4D02-B89F-7202DBD4B0E5}" type="presParOf" srcId="{2621E43E-5789-4A52-BDB8-9D29F2A052DC}" destId="{A95FB039-C9F7-4A89-A093-EB9D6E96B722}" srcOrd="0" destOrd="0" presId="urn:microsoft.com/office/officeart/2008/layout/LinedList"/>
    <dgm:cxn modelId="{22BE67BA-02A0-4BBF-8549-51142342B063}" type="presParOf" srcId="{2621E43E-5789-4A52-BDB8-9D29F2A052DC}" destId="{E7B6927E-CB19-45C6-A79A-6B2C1CC7D496}" srcOrd="1" destOrd="0" presId="urn:microsoft.com/office/officeart/2008/layout/LinedList"/>
    <dgm:cxn modelId="{9BD49F85-DB74-4191-9F2A-B87FF99EA8FF}" type="presParOf" srcId="{30FE2524-0A4A-4C1B-AB71-55FA6F59432C}" destId="{4C4984BD-2E7C-4E1E-BA49-B2BCAC789455}" srcOrd="4" destOrd="0" presId="urn:microsoft.com/office/officeart/2008/layout/LinedList"/>
    <dgm:cxn modelId="{CE734022-FBAA-40DE-952A-D86FEA6FD427}" type="presParOf" srcId="{30FE2524-0A4A-4C1B-AB71-55FA6F59432C}" destId="{3AB645BE-11D9-4BD1-B18B-D5E29B16AC2F}" srcOrd="5" destOrd="0" presId="urn:microsoft.com/office/officeart/2008/layout/LinedList"/>
    <dgm:cxn modelId="{227514BB-E46D-4B47-836D-D5F605CCEFF0}" type="presParOf" srcId="{3AB645BE-11D9-4BD1-B18B-D5E29B16AC2F}" destId="{0E8AF5EA-757C-4F92-8FFF-4FE5379612B8}" srcOrd="0" destOrd="0" presId="urn:microsoft.com/office/officeart/2008/layout/LinedList"/>
    <dgm:cxn modelId="{0A00592B-C894-48D9-A341-833CBE598482}" type="presParOf" srcId="{3AB645BE-11D9-4BD1-B18B-D5E29B16AC2F}" destId="{B6DA30FF-7949-4F8D-ABC3-347F29DF8830}" srcOrd="1" destOrd="0" presId="urn:microsoft.com/office/officeart/2008/layout/LinedList"/>
    <dgm:cxn modelId="{70704A53-11F4-4931-8346-4F8497A826F8}" type="presParOf" srcId="{30FE2524-0A4A-4C1B-AB71-55FA6F59432C}" destId="{128709CD-2B9A-413F-93B7-2204FDE92748}" srcOrd="6" destOrd="0" presId="urn:microsoft.com/office/officeart/2008/layout/LinedList"/>
    <dgm:cxn modelId="{1718BA1E-626D-4269-AC70-C7E49E119BA3}" type="presParOf" srcId="{30FE2524-0A4A-4C1B-AB71-55FA6F59432C}" destId="{1C563FF4-B6BB-47A1-B2CA-E29572E28B05}" srcOrd="7" destOrd="0" presId="urn:microsoft.com/office/officeart/2008/layout/LinedList"/>
    <dgm:cxn modelId="{D523DA74-D0BE-4A49-83B6-6F3944DD791F}" type="presParOf" srcId="{1C563FF4-B6BB-47A1-B2CA-E29572E28B05}" destId="{7103BF74-1695-4640-9E8B-F352800219E0}" srcOrd="0" destOrd="0" presId="urn:microsoft.com/office/officeart/2008/layout/LinedList"/>
    <dgm:cxn modelId="{43E09478-385D-4575-BEBC-3ACFFB911F7D}" type="presParOf" srcId="{1C563FF4-B6BB-47A1-B2CA-E29572E28B05}" destId="{C6ACB4BA-2A9C-4B20-9A69-B1008F9484CD}" srcOrd="1" destOrd="0" presId="urn:microsoft.com/office/officeart/2008/layout/LinedList"/>
    <dgm:cxn modelId="{9DFA428B-F856-41AB-8847-9434C6E8A224}" type="presParOf" srcId="{30FE2524-0A4A-4C1B-AB71-55FA6F59432C}" destId="{61DD1EE0-FFA4-4F5C-AA77-A6BB9EA545B7}" srcOrd="8" destOrd="0" presId="urn:microsoft.com/office/officeart/2008/layout/LinedList"/>
    <dgm:cxn modelId="{E9A00E2E-1C82-4B44-B370-DD8DD0CE9BD6}" type="presParOf" srcId="{30FE2524-0A4A-4C1B-AB71-55FA6F59432C}" destId="{96076772-2FDD-43D7-9AFE-026FA7677F73}" srcOrd="9" destOrd="0" presId="urn:microsoft.com/office/officeart/2008/layout/LinedList"/>
    <dgm:cxn modelId="{37E34DC0-6696-4327-8849-ADC137852AD8}" type="presParOf" srcId="{96076772-2FDD-43D7-9AFE-026FA7677F73}" destId="{6D42C563-ABB8-4F91-BABD-0D60D7C58BD8}" srcOrd="0" destOrd="0" presId="urn:microsoft.com/office/officeart/2008/layout/LinedList"/>
    <dgm:cxn modelId="{FA620637-5BCF-4BD8-8364-739D97536BB3}" type="presParOf" srcId="{96076772-2FDD-43D7-9AFE-026FA7677F73}" destId="{64120D57-D22F-4DA7-9CFF-5AC85FD3BDAF}" srcOrd="1" destOrd="0" presId="urn:microsoft.com/office/officeart/2008/layout/LinedList"/>
    <dgm:cxn modelId="{11421FC2-6435-495B-B07C-B965810B4816}" type="presParOf" srcId="{30FE2524-0A4A-4C1B-AB71-55FA6F59432C}" destId="{60417226-84E1-4D7C-B219-8CAB1E736B07}" srcOrd="10" destOrd="0" presId="urn:microsoft.com/office/officeart/2008/layout/LinedList"/>
    <dgm:cxn modelId="{E2462F5A-C97D-4FCA-AC84-87B02F07E83A}" type="presParOf" srcId="{30FE2524-0A4A-4C1B-AB71-55FA6F59432C}" destId="{5EA66B30-1880-4D00-97F7-E4BD4E435CAD}" srcOrd="11" destOrd="0" presId="urn:microsoft.com/office/officeart/2008/layout/LinedList"/>
    <dgm:cxn modelId="{D361277F-DE70-4DE3-8EDF-D4884352AFE8}" type="presParOf" srcId="{5EA66B30-1880-4D00-97F7-E4BD4E435CAD}" destId="{AD6CEBC1-B680-47E1-B816-1F742A7DE3D9}" srcOrd="0" destOrd="0" presId="urn:microsoft.com/office/officeart/2008/layout/LinedList"/>
    <dgm:cxn modelId="{8CF3047F-63FA-4C9E-99D4-62F0869634C6}" type="presParOf" srcId="{5EA66B30-1880-4D00-97F7-E4BD4E435CAD}" destId="{3E69032A-C18C-43AA-B647-9246381806D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FFA439-96BB-4C69-BF24-9E1DBABF1BAB}">
      <dsp:nvSpPr>
        <dsp:cNvPr id="0" name=""/>
        <dsp:cNvSpPr/>
      </dsp:nvSpPr>
      <dsp:spPr>
        <a:xfrm>
          <a:off x="0" y="2341"/>
          <a:ext cx="1092770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4654E2-CB8A-4FA0-B6B3-B6012AC229ED}">
      <dsp:nvSpPr>
        <dsp:cNvPr id="0" name=""/>
        <dsp:cNvSpPr/>
      </dsp:nvSpPr>
      <dsp:spPr>
        <a:xfrm>
          <a:off x="0" y="2341"/>
          <a:ext cx="10927702" cy="7985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It is also known as the scripting language for webpages. </a:t>
          </a:r>
          <a:endParaRPr lang="en-US" sz="2200" kern="1200"/>
        </a:p>
      </dsp:txBody>
      <dsp:txXfrm>
        <a:off x="0" y="2341"/>
        <a:ext cx="10927702" cy="798558"/>
      </dsp:txXfrm>
    </dsp:sp>
    <dsp:sp modelId="{445F1B47-DDCB-44E7-BC55-1DD44C3AD06E}">
      <dsp:nvSpPr>
        <dsp:cNvPr id="0" name=""/>
        <dsp:cNvSpPr/>
      </dsp:nvSpPr>
      <dsp:spPr>
        <a:xfrm>
          <a:off x="0" y="800899"/>
          <a:ext cx="1092770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5FB039-C9F7-4A89-A093-EB9D6E96B722}">
      <dsp:nvSpPr>
        <dsp:cNvPr id="0" name=""/>
        <dsp:cNvSpPr/>
      </dsp:nvSpPr>
      <dsp:spPr>
        <a:xfrm>
          <a:off x="0" y="800899"/>
          <a:ext cx="10927702" cy="7985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It is well-known for the development of web pages, and many non-browser environments also use it.</a:t>
          </a:r>
          <a:endParaRPr lang="en-US" sz="2200" kern="1200"/>
        </a:p>
      </dsp:txBody>
      <dsp:txXfrm>
        <a:off x="0" y="800899"/>
        <a:ext cx="10927702" cy="798558"/>
      </dsp:txXfrm>
    </dsp:sp>
    <dsp:sp modelId="{4C4984BD-2E7C-4E1E-BA49-B2BCAC789455}">
      <dsp:nvSpPr>
        <dsp:cNvPr id="0" name=""/>
        <dsp:cNvSpPr/>
      </dsp:nvSpPr>
      <dsp:spPr>
        <a:xfrm>
          <a:off x="0" y="1599457"/>
          <a:ext cx="1092770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8AF5EA-757C-4F92-8FFF-4FE5379612B8}">
      <dsp:nvSpPr>
        <dsp:cNvPr id="0" name=""/>
        <dsp:cNvSpPr/>
      </dsp:nvSpPr>
      <dsp:spPr>
        <a:xfrm>
          <a:off x="0" y="1599457"/>
          <a:ext cx="10927702" cy="7985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JavaScript is a</a:t>
          </a:r>
          <a:r>
            <a:rPr lang="en-US" sz="2200" b="1" i="0" kern="1200"/>
            <a:t> </a:t>
          </a:r>
          <a:r>
            <a:rPr lang="en-US" sz="2200" b="1" i="0" kern="1200">
              <a:hlinkClick xmlns:r="http://schemas.openxmlformats.org/officeDocument/2006/relationships" r:id="rId1"/>
            </a:rPr>
            <a:t>weakly typed language</a:t>
          </a:r>
          <a:r>
            <a:rPr lang="en-US" sz="2200" b="1" i="0" kern="1200"/>
            <a:t> (dynamically typed)</a:t>
          </a:r>
          <a:r>
            <a:rPr lang="en-US" sz="2200" b="0" i="0" kern="1200"/>
            <a:t>.</a:t>
          </a:r>
          <a:endParaRPr lang="en-US" sz="2200" kern="1200"/>
        </a:p>
      </dsp:txBody>
      <dsp:txXfrm>
        <a:off x="0" y="1599457"/>
        <a:ext cx="10927702" cy="798558"/>
      </dsp:txXfrm>
    </dsp:sp>
    <dsp:sp modelId="{128709CD-2B9A-413F-93B7-2204FDE92748}">
      <dsp:nvSpPr>
        <dsp:cNvPr id="0" name=""/>
        <dsp:cNvSpPr/>
      </dsp:nvSpPr>
      <dsp:spPr>
        <a:xfrm>
          <a:off x="0" y="2398015"/>
          <a:ext cx="1092770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03BF74-1695-4640-9E8B-F352800219E0}">
      <dsp:nvSpPr>
        <dsp:cNvPr id="0" name=""/>
        <dsp:cNvSpPr/>
      </dsp:nvSpPr>
      <dsp:spPr>
        <a:xfrm>
          <a:off x="0" y="2398015"/>
          <a:ext cx="10927702" cy="7985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JavaScript can be used for </a:t>
          </a:r>
          <a:r>
            <a:rPr lang="en-US" sz="2200" b="1" i="0" kern="1200">
              <a:hlinkClick xmlns:r="http://schemas.openxmlformats.org/officeDocument/2006/relationships" r:id="rId2"/>
            </a:rPr>
            <a:t>Client-side</a:t>
          </a:r>
          <a:r>
            <a:rPr lang="en-US" sz="2200" b="0" i="0" kern="1200"/>
            <a:t> developments as well as </a:t>
          </a:r>
          <a:r>
            <a:rPr lang="en-US" sz="2200" b="1" i="0" kern="1200">
              <a:hlinkClick xmlns:r="http://schemas.openxmlformats.org/officeDocument/2006/relationships" r:id="rId2"/>
            </a:rPr>
            <a:t>Server-side</a:t>
          </a:r>
          <a:r>
            <a:rPr lang="en-US" sz="2200" b="0" i="0" kern="1200"/>
            <a:t> developments. </a:t>
          </a:r>
          <a:endParaRPr lang="en-US" sz="2200" kern="1200"/>
        </a:p>
      </dsp:txBody>
      <dsp:txXfrm>
        <a:off x="0" y="2398015"/>
        <a:ext cx="10927702" cy="798558"/>
      </dsp:txXfrm>
    </dsp:sp>
    <dsp:sp modelId="{61DD1EE0-FFA4-4F5C-AA77-A6BB9EA545B7}">
      <dsp:nvSpPr>
        <dsp:cNvPr id="0" name=""/>
        <dsp:cNvSpPr/>
      </dsp:nvSpPr>
      <dsp:spPr>
        <a:xfrm>
          <a:off x="0" y="3196574"/>
          <a:ext cx="1092770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42C563-ABB8-4F91-BABD-0D60D7C58BD8}">
      <dsp:nvSpPr>
        <dsp:cNvPr id="0" name=""/>
        <dsp:cNvSpPr/>
      </dsp:nvSpPr>
      <dsp:spPr>
        <a:xfrm>
          <a:off x="0" y="3196574"/>
          <a:ext cx="10927702" cy="7985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JavaScript is both an imperative and declarative type of language.</a:t>
          </a:r>
          <a:endParaRPr lang="en-US" sz="2200" kern="1200"/>
        </a:p>
      </dsp:txBody>
      <dsp:txXfrm>
        <a:off x="0" y="3196574"/>
        <a:ext cx="10927702" cy="798558"/>
      </dsp:txXfrm>
    </dsp:sp>
    <dsp:sp modelId="{60417226-84E1-4D7C-B219-8CAB1E736B07}">
      <dsp:nvSpPr>
        <dsp:cNvPr id="0" name=""/>
        <dsp:cNvSpPr/>
      </dsp:nvSpPr>
      <dsp:spPr>
        <a:xfrm>
          <a:off x="0" y="3995132"/>
          <a:ext cx="1092770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6CEBC1-B680-47E1-B816-1F742A7DE3D9}">
      <dsp:nvSpPr>
        <dsp:cNvPr id="0" name=""/>
        <dsp:cNvSpPr/>
      </dsp:nvSpPr>
      <dsp:spPr>
        <a:xfrm>
          <a:off x="0" y="3995132"/>
          <a:ext cx="10927702" cy="7985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JavaScript contains a standard library of objects, like </a:t>
          </a:r>
          <a:r>
            <a:rPr lang="en-US" sz="2200" b="1" i="0" kern="1200">
              <a:hlinkClick xmlns:r="http://schemas.openxmlformats.org/officeDocument/2006/relationships" r:id="rId3"/>
            </a:rPr>
            <a:t>Array</a:t>
          </a:r>
          <a:r>
            <a:rPr lang="en-US" sz="2200" b="0" i="0" kern="1200"/>
            <a:t>, </a:t>
          </a:r>
          <a:r>
            <a:rPr lang="en-US" sz="2200" b="1" i="0" kern="1200">
              <a:hlinkClick xmlns:r="http://schemas.openxmlformats.org/officeDocument/2006/relationships" r:id="rId4"/>
            </a:rPr>
            <a:t>Date</a:t>
          </a:r>
          <a:r>
            <a:rPr lang="en-US" sz="2200" b="0" i="0" kern="1200"/>
            <a:t>, and </a:t>
          </a:r>
          <a:r>
            <a:rPr lang="en-US" sz="2200" b="1" i="0" kern="1200">
              <a:hlinkClick xmlns:r="http://schemas.openxmlformats.org/officeDocument/2006/relationships" r:id="rId5"/>
            </a:rPr>
            <a:t>Math</a:t>
          </a:r>
          <a:r>
            <a:rPr lang="en-US" sz="2200" b="0" i="0" kern="1200"/>
            <a:t>, and a core set of language elements like </a:t>
          </a:r>
          <a:r>
            <a:rPr lang="en-US" sz="2200" b="1" i="0" kern="1200">
              <a:hlinkClick xmlns:r="http://schemas.openxmlformats.org/officeDocument/2006/relationships" r:id="rId6"/>
            </a:rPr>
            <a:t>operators</a:t>
          </a:r>
          <a:r>
            <a:rPr lang="en-US" sz="2200" b="0" i="0" kern="1200"/>
            <a:t>, </a:t>
          </a:r>
          <a:r>
            <a:rPr lang="en-US" sz="2200" b="1" i="0" kern="1200"/>
            <a:t>control structures</a:t>
          </a:r>
          <a:r>
            <a:rPr lang="en-US" sz="2200" b="0" i="0" kern="1200"/>
            <a:t>, and </a:t>
          </a:r>
          <a:r>
            <a:rPr lang="en-US" sz="2200" b="1" i="0" kern="1200">
              <a:hlinkClick xmlns:r="http://schemas.openxmlformats.org/officeDocument/2006/relationships" r:id="rId7"/>
            </a:rPr>
            <a:t>statements</a:t>
          </a:r>
          <a:r>
            <a:rPr lang="en-US" sz="2200" b="0" i="0" kern="1200"/>
            <a:t>. </a:t>
          </a:r>
          <a:endParaRPr lang="en-US" sz="2200" kern="1200"/>
        </a:p>
      </dsp:txBody>
      <dsp:txXfrm>
        <a:off x="0" y="3995132"/>
        <a:ext cx="10927702" cy="7985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BCEDB-BA0E-CAAD-C2B7-581E140999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01B3A1-D2F2-CB20-77EC-6DA49DD5EA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62618-AB4B-A7C9-C508-BB3353376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CD7AB-D926-4DE8-BF6A-2A0B43AD58C1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EC0C83-3715-8C0E-71C9-8DBDB6463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E7E794-27B8-405A-AFC1-37EBE4EA7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C9A4C-654B-4D8E-8D66-21DA949513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2228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0DC58-C3BD-C0FA-EDC8-E5C2E3374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0C29B-9385-1B0E-9956-FF98326716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344AAE-C90C-600A-B9D5-EC3E538CA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CD7AB-D926-4DE8-BF6A-2A0B43AD58C1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B0EDF5-978D-DD1A-CD1A-B25830140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6E317-D4D1-7F86-B416-03AC7E113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C9A4C-654B-4D8E-8D66-21DA949513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5712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73B88-E15E-DC1D-0A8D-998906733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79C598-582C-B7E5-C15C-D2679C8AEB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37247A-2C3E-5FCE-97C4-E44C99819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CD7AB-D926-4DE8-BF6A-2A0B43AD58C1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B5E06-A506-173C-1EA6-C3F71BDD7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9470D2-1C09-0C44-6902-1208BD38B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C9A4C-654B-4D8E-8D66-21DA949513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4195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F2164-D2DF-0AF6-E04A-7D8BBC88B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478B-50BB-F87C-3641-74DC392098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826030-CF8D-2FAA-9D09-3FB23E1D5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F6EEE4-588C-3C54-0A79-C9E59E2E4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CD7AB-D926-4DE8-BF6A-2A0B43AD58C1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EFB26-6745-8E46-765C-9513FF3B4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16A394-1D74-FA6A-784A-C25D193F0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C9A4C-654B-4D8E-8D66-21DA949513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072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BF014-06E1-799F-ADE7-54C6288BF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1BF64A-B8C5-2230-BED5-C6FED7F37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B13C5F-5DDC-B063-D710-9497924CD7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7BECD-8D3E-F667-A43E-6AD4D54271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9B7DCF-DB39-FE93-4825-EA5015FF3D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E25F0B-F3C4-B384-2C93-B36FC57C1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CD7AB-D926-4DE8-BF6A-2A0B43AD58C1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D46530-A8A6-8522-5F17-B39DDF689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BF43B9-6767-33C2-DD80-54148E426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C9A4C-654B-4D8E-8D66-21DA949513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7886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5B191-1276-0ED5-A1D4-6A917DA54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EFFFA3-5AFF-D235-9410-78981DF1D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CD7AB-D926-4DE8-BF6A-2A0B43AD58C1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54E0D1-F22D-DCD7-5B35-60EEA7646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FB577D-B8B7-5DC8-C3D7-79A942022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C9A4C-654B-4D8E-8D66-21DA949513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0753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FC1C12-D3E6-9DEB-2ADE-C0537B082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CD7AB-D926-4DE8-BF6A-2A0B43AD58C1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47FBBE-94C0-EEB5-EEB3-92EF7F3E4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1D4F6D-6BE1-6D47-07E7-27BB88B94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C9A4C-654B-4D8E-8D66-21DA949513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9849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345E5-0519-8C19-CD17-1642F4F47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0E5F7C-C86E-4EEE-C7E2-97FC76D55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3D58D3-80DA-8ABD-3914-F66F8DBFF9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A29A8D-CDE8-E11C-194B-EADF4CDAB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CD7AB-D926-4DE8-BF6A-2A0B43AD58C1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D3025C-9C8C-1893-6626-CBF138838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3949AC-7255-6E84-FDA4-0557B4000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C9A4C-654B-4D8E-8D66-21DA949513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9201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F93ED-BE0B-418E-AF24-C5816CC41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D52D73-B344-A4B5-FCAC-62ADF1D2A8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C7EE57-7348-CD10-AF46-F256D59E43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65434F-857A-D538-6754-9BFDE41B5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CD7AB-D926-4DE8-BF6A-2A0B43AD58C1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D09837-2D79-9B5D-E96F-82FB1B1F8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AD2E8D-67FD-8C8D-EB1F-369788DE8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C9A4C-654B-4D8E-8D66-21DA949513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353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8C08C-F1E1-C673-FF7F-833E8E5DF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75708D-061E-7F34-1893-35FB637876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E5B942-5273-B3EC-1E25-FA9A15BA4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CD7AB-D926-4DE8-BF6A-2A0B43AD58C1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90EA9-29A7-A9DE-4FE7-6298B2F24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08F8F2-DB34-9B73-DA7E-BBB769B21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C9A4C-654B-4D8E-8D66-21DA949513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7529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38DB24-33C5-D158-AE40-75C0A75CB8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5C76FE-CF40-093E-9764-FE77178855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8E4CF9-6A67-87C4-C6CE-FAC7840A2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CD7AB-D926-4DE8-BF6A-2A0B43AD58C1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E13B42-B49A-DD1F-81A1-55A2009D2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8C47C0-B922-C2CD-62B0-03EC40EE7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C9A4C-654B-4D8E-8D66-21DA949513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3805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04DBD9-849D-E2EB-E6CC-33F12D240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232A6D-EA37-82D7-F66E-0CCBE0479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100255-42F0-63F6-6ADC-908F4DECE2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4CD7AB-D926-4DE8-BF6A-2A0B43AD58C1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EAD8C6-ACFC-1933-1092-1CD5369208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F7ECA-4728-789C-9F94-70FCF58381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BC9A4C-654B-4D8E-8D66-21DA949513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1415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what-is-external-javascript/" TargetMode="External"/><Relationship Id="rId2" Type="http://schemas.openxmlformats.org/officeDocument/2006/relationships/hyperlink" Target="https://www.geeksforgeeks.org/where-to-put-javascript-in-an-html-document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749ED-B3F9-7FE6-AAC4-3AC6AD8901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Unit 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38C6A7-8FC6-F488-8DBF-F04012424D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605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7BCDF-110C-485C-B1EA-525918F90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is JavaScript ?</a:t>
            </a:r>
            <a:br>
              <a:rPr lang="en-US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E5DC5E0-D48F-F88D-1A19-4BBA79A0135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380931"/>
          <a:ext cx="10927702" cy="47960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91428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BDD8E-B98C-73AC-5BE4-D562787C6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🔹 Client-Side Development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1D2C2-9362-BC6B-A7F5-18359D9E0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IN" b="1" dirty="0"/>
              <a:t>Definition</a:t>
            </a:r>
            <a:r>
              <a:rPr lang="en-IN" dirty="0"/>
              <a:t>: Code that runs </a:t>
            </a:r>
            <a:r>
              <a:rPr lang="en-IN" b="1" dirty="0"/>
              <a:t>in the user's browser</a:t>
            </a:r>
            <a:r>
              <a:rPr lang="en-IN" dirty="0"/>
              <a:t> (the client).</a:t>
            </a:r>
          </a:p>
          <a:p>
            <a:pPr>
              <a:buNone/>
            </a:pPr>
            <a:r>
              <a:rPr lang="en-IN" b="1" dirty="0"/>
              <a:t>✅ Key Points: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Focuses on what the </a:t>
            </a:r>
            <a:r>
              <a:rPr lang="en-IN" b="1" dirty="0"/>
              <a:t>user sees and interacts with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Written using </a:t>
            </a:r>
            <a:r>
              <a:rPr lang="en-IN" b="1" dirty="0"/>
              <a:t>HTML, CSS, and JavaScript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Handles UI, layout, animations, form validation, and local interactions.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Runs directly on the user’s device (browser).</a:t>
            </a:r>
          </a:p>
          <a:p>
            <a:pPr>
              <a:buNone/>
            </a:pPr>
            <a:r>
              <a:rPr lang="en-IN" b="1" dirty="0"/>
              <a:t>✅ Examples: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 dropdown menu that expands when clicked.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Validating a form before submitting 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Animating a button when hovered.</a:t>
            </a:r>
          </a:p>
          <a:p>
            <a:pPr>
              <a:buNone/>
            </a:pPr>
            <a:r>
              <a:rPr lang="en-IN" b="1" dirty="0"/>
              <a:t>✅ Technologies: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Languages</a:t>
            </a:r>
            <a:r>
              <a:rPr lang="en-IN" dirty="0"/>
              <a:t>: HTML, CSS, JavaScript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Frameworks</a:t>
            </a:r>
            <a:r>
              <a:rPr lang="en-IN" dirty="0"/>
              <a:t>: React, Angular, Vue.js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4703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9561A-20C6-462E-C822-99BBCAD4C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🔹 Server-Side Development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F8496-2842-0015-3305-7E8D40D3D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IN" b="1" dirty="0"/>
              <a:t>Definition</a:t>
            </a:r>
            <a:r>
              <a:rPr lang="en-IN" dirty="0"/>
              <a:t>: Code that runs </a:t>
            </a:r>
            <a:r>
              <a:rPr lang="en-IN" b="1" dirty="0"/>
              <a:t>on the web server</a:t>
            </a:r>
            <a:r>
              <a:rPr lang="en-IN" dirty="0"/>
              <a:t>, not visible to the user.</a:t>
            </a:r>
          </a:p>
          <a:p>
            <a:pPr>
              <a:buNone/>
            </a:pPr>
            <a:r>
              <a:rPr lang="en-IN" b="1" dirty="0"/>
              <a:t>✅ Key Points: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Handles </a:t>
            </a:r>
            <a:r>
              <a:rPr lang="en-IN" b="1" dirty="0"/>
              <a:t>business logic, database operations, authentication</a:t>
            </a:r>
            <a:r>
              <a:rPr lang="en-IN" dirty="0"/>
              <a:t>, etc.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Generates and sends content/data to the client.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Manages APIs, processes forms, stores data.</a:t>
            </a:r>
          </a:p>
          <a:p>
            <a:pPr>
              <a:buNone/>
            </a:pPr>
            <a:r>
              <a:rPr lang="en-IN" b="1" dirty="0"/>
              <a:t>✅ Examples: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Saving form data into a database.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Checking login credentials.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Sending a confirmation email.</a:t>
            </a:r>
          </a:p>
          <a:p>
            <a:pPr>
              <a:buNone/>
            </a:pPr>
            <a:r>
              <a:rPr lang="en-IN" b="1" dirty="0"/>
              <a:t>✅ Technologies: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Languages</a:t>
            </a:r>
            <a:r>
              <a:rPr lang="en-IN" dirty="0"/>
              <a:t>: Python, Node.js, PHP, Java, Ruby, Go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Frameworks</a:t>
            </a:r>
            <a:r>
              <a:rPr lang="en-IN" dirty="0"/>
              <a:t>: Express (Node.js), Django (Python), Spring Boot (Java), Laravel (PHP)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6012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27CC2-131A-0B17-37E3-AC322DD63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1E7CE8-0971-28C8-45DD-1EDB4D107E1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904014"/>
          <a:ext cx="10515600" cy="21945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33288817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37200648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135549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Client-Side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Server-Side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17986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Runs 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User’s browser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Web server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1659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Language examples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HTML, CSS, JavaScript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Node.js, Python, PHP, Java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184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Access to database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❌ 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✅ 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25760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Main 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UI, interactivity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Data processing, backend logic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7228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Visibility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Visible to user (source viewable)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Hidden from user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34584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4594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A8E442-7D91-0B88-9A9E-F3BEC9D28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kumimoji="0" lang="en-US" altLang="en-US" sz="62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🔹 Strongly Typed Language</a:t>
            </a:r>
            <a:br>
              <a:rPr kumimoji="0" lang="en-US" altLang="en-US" sz="62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</a:br>
            <a:endParaRPr lang="en-IN" sz="6200" dirty="0">
              <a:solidFill>
                <a:srgbClr val="FFFFFF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4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D0C884FC-01AB-75EA-7B37-F6F1687CF8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97233" y="518400"/>
            <a:ext cx="4771607" cy="583794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language where types are enforced strictly. You </a:t>
            </a:r>
            <a:r>
              <a:rPr kumimoji="0" lang="en-US" altLang="en-US" sz="1700" b="1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cannot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mix data types without </a:t>
            </a:r>
            <a:r>
              <a:rPr kumimoji="0" lang="en-US" altLang="en-US" sz="1700" b="1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explicit conversion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1700" b="1" i="0" u="none" strike="noStrike" cap="none" normalizeH="0" baseline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 Characteristics: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Variables have clearly defined types.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Type errors are caught at </a:t>
            </a:r>
            <a:r>
              <a:rPr kumimoji="0" lang="en-US" altLang="en-US" sz="1700" b="1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compile-time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kumimoji="0" lang="en-US" altLang="en-US" sz="1700" b="1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runtime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Prevents unintended operations between mismatched types.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You must </a:t>
            </a:r>
            <a:r>
              <a:rPr kumimoji="0" lang="en-US" altLang="en-US" sz="1700" b="1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explicitly convert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types.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700" b="1" i="0" u="none" strike="noStrike" cap="none" normalizeH="0" baseline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 Examples: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endParaRPr kumimoji="0" lang="en-US" altLang="en-US" sz="1700" b="0" i="0" u="none" strike="noStrike" cap="none" normalizeH="0" baseline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endParaRPr kumimoji="0" lang="en-US" altLang="en-US" sz="1700" b="0" i="0" u="none" strike="noStrike" cap="none" normalizeH="0" baseline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C#</a:t>
            </a:r>
            <a:endParaRPr kumimoji="0" lang="en-US" altLang="en-US" sz="1700" b="0" i="0" u="none" strike="noStrike" cap="none" normalizeH="0" baseline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Swift</a:t>
            </a:r>
            <a:endParaRPr kumimoji="0" lang="en-US" altLang="en-US" sz="1700" b="0" i="0" u="none" strike="noStrike" cap="none" normalizeH="0" baseline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700" b="1" i="0" u="none" strike="noStrike" cap="none" normalizeH="0" baseline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 Example in Python: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 = "5" y = 2 print(x + y) # ❌ Error: can't add str and int # Correct: print(int(x) + y) # ✅ Output: 7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2098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5D4657-0A6B-2080-E00A-B2F3BA7FC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kumimoji="0" lang="en-US" altLang="en-US" sz="68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🔹 Weakly Typed Language</a:t>
            </a:r>
            <a:br>
              <a:rPr kumimoji="0" lang="en-US" altLang="en-US" sz="68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6800">
              <a:solidFill>
                <a:srgbClr val="FFFFFF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4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F7F4C76F-E69A-481E-0922-CC3208F6AC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97233" y="518400"/>
            <a:ext cx="4771607" cy="583794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 language where the system 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converts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between types. Type rules are 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loose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which can lead to unexpected results.</a:t>
            </a:r>
            <a:endParaRPr kumimoji="0" lang="en-US" altLang="en-US" sz="1600" b="1" i="0" u="none" strike="noStrike" cap="none" normalizeH="0" baseline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 Characteristics: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Implicit type coercion is allowed.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Type mismatches may not cause errors.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Easier to write quick code but prone to bugs.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Sometimes called 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loosely typed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 Examples: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Perl</a:t>
            </a: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(partially)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 Example in JavaScript: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let x = "5"; let y = 2; console.log(x + y); // ✅ "52" (string concatenation) console.log(x - y); // ✅ 3 (string "5" is coerced to number)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3624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FE9AB-1583-AFA6-E55C-D380AF7B9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Imperative Programming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5C2F1-2A9A-D08B-A547-261F8A23E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/>
              <a:t>Definition</a:t>
            </a:r>
            <a:r>
              <a:rPr lang="en-US" dirty="0"/>
              <a:t>: Tells the computer </a:t>
            </a:r>
            <a:r>
              <a:rPr lang="en-US" i="1" dirty="0"/>
              <a:t>how</a:t>
            </a:r>
            <a:r>
              <a:rPr lang="en-US" dirty="0"/>
              <a:t> to do something — step-by-step instructions.</a:t>
            </a:r>
          </a:p>
          <a:p>
            <a:pPr>
              <a:buNone/>
            </a:pPr>
            <a:r>
              <a:rPr lang="en-US" b="1" dirty="0"/>
              <a:t>✅ Key Characteristics: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Focuses on </a:t>
            </a:r>
            <a:r>
              <a:rPr lang="en-US" b="1" dirty="0"/>
              <a:t>control flow</a:t>
            </a:r>
            <a:r>
              <a:rPr lang="en-US" dirty="0"/>
              <a:t> (what to do </a:t>
            </a:r>
            <a:r>
              <a:rPr lang="en-US" i="1" dirty="0"/>
              <a:t>and how</a:t>
            </a:r>
            <a:r>
              <a:rPr lang="en-US" dirty="0"/>
              <a:t> to do it)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Uses loops, conditionals, and variables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Closer to machine-level logic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You </a:t>
            </a:r>
            <a:r>
              <a:rPr lang="en-US" b="1" dirty="0"/>
              <a:t>explicitly manage the state</a:t>
            </a:r>
            <a:endParaRPr lang="en-US" dirty="0"/>
          </a:p>
          <a:p>
            <a:pPr>
              <a:buNone/>
            </a:pPr>
            <a:r>
              <a:rPr lang="en-US" b="1" dirty="0"/>
              <a:t>✅ Examples: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C++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Java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Python (mostly imperative)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JavaScript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917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EEA82-6DB0-48E6-A589-53BBA456A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Declarative Programming</a:t>
            </a:r>
            <a:b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08EAC1A-929B-6E28-F907-3DE6B7C4CF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323638"/>
            <a:ext cx="11353800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Tells the computer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do, not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do it — focuses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not steps.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Key Characteristics: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Focuses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the outcome should be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Leaves control flow to the language or engine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Less code, more readable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Often used in data processing, UI, or database work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Examples: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Prolog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Haskell (functional)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JSX (in React)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CSS (style declarations)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Example (SQL):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sql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SELECT SUM(number) FROM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numbers_table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WHERE number &lt;= 5;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💡 You declare the desired result — the system figures out how.</a:t>
            </a:r>
          </a:p>
        </p:txBody>
      </p:sp>
    </p:spTree>
    <p:extLst>
      <p:ext uri="{BB962C8B-B14F-4D97-AF65-F5344CB8AC3E}">
        <p14:creationId xmlns:p14="http://schemas.microsoft.com/office/powerpoint/2010/main" val="121471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D4385-695B-8719-E62E-C4324D48F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5204FEC-EE4B-64C1-3339-810F4A073D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766445"/>
            <a:ext cx="838200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// Find sum of numbers from 1 to 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 sum = 0;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(int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1;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&lt;= 5;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++)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sum +=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printf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("%d", sum);  // Output: 15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178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DC6BD-30AC-D6FD-27FF-2E205EFBC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 to Link JavaScript File in HTML ?</a:t>
            </a:r>
            <a:br>
              <a:rPr lang="en-US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12E8E-F046-837C-1903-921115EE0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rtl="0" fontAlgn="base"/>
            <a:r>
              <a:rPr lang="en-US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JavaScript can be added to HTML file in </a:t>
            </a:r>
            <a:r>
              <a:rPr lang="en-US" b="0" i="0" u="sng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two ways</a:t>
            </a:r>
            <a:r>
              <a:rPr lang="en-US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Internal JS:</a:t>
            </a:r>
            <a:r>
              <a:rPr lang="en-US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We can add JavaScript directly to our HTML file by writing the code inside the &lt;script&gt; tag. The &lt;script&gt; tag can either be placed inside the &lt;head&gt; or the &lt;body&gt; tag according to the requirement.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b="1" i="0" u="sng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External JS</a:t>
            </a:r>
            <a:r>
              <a:rPr lang="en-US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We can write JavaScript code in another files having an extension.js and then link this file inside the &lt;head&gt; tag of the HTML file in which we want to add this code.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25405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93A5F-7B32-F5F9-72A6-FEEFB29DD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History of JavaScript</a:t>
            </a:r>
            <a:b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B0E9C-3079-2A05-605A-082F1816E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rtl="0" fontAlgn="base"/>
            <a:r>
              <a:rPr lang="en-US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was created in 1995 by Brendan </a:t>
            </a:r>
            <a:r>
              <a:rPr lang="en-US" b="0" i="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Eich</a:t>
            </a:r>
            <a:r>
              <a:rPr lang="en-US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while he was an engineer at Netscape. It was originally going to be named </a:t>
            </a:r>
            <a:r>
              <a:rPr lang="en-US" b="0" i="0" dirty="0" err="1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LiveScript</a:t>
            </a:r>
            <a:r>
              <a:rPr lang="en-US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but was renamed. </a:t>
            </a:r>
          </a:p>
          <a:p>
            <a:pPr algn="just" rtl="0" fontAlgn="base"/>
            <a:r>
              <a:rPr lang="en-US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Unlike most programming languages, JavaScript language has no concept of input or output.</a:t>
            </a:r>
          </a:p>
          <a:p>
            <a:pPr algn="just" rtl="0" fontAlgn="base"/>
            <a:r>
              <a:rPr lang="en-US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It is designed to run as a scripting language in a host environment, and it is up to the host environment to provide mechanisms for communicating with the outside world. </a:t>
            </a:r>
          </a:p>
          <a:p>
            <a:pPr algn="just" rtl="0" fontAlgn="base"/>
            <a:r>
              <a:rPr lang="en-US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most common host environment is the browser. 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68594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87249-E483-6309-EFFA-8459E11E1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FEB96-1A5F-6E39-30D7-7D46926E3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Functions in JS are objects. They may have properties and methods just like other objects. They can be passed as arguments in other functions.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handle date and time.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Performs Form Validation although the forms are created using HTML.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compiler is needed.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40782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98197-9004-1151-895B-BEB117CA3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Finding HTML Elements</a:t>
            </a:r>
            <a:b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97A7064-6B22-88A8-9E4E-09BCE5FD09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9107789"/>
              </p:ext>
            </p:extLst>
          </p:nvPr>
        </p:nvGraphicFramePr>
        <p:xfrm>
          <a:off x="304800" y="2177143"/>
          <a:ext cx="11704320" cy="3198974"/>
        </p:xfrm>
        <a:graphic>
          <a:graphicData uri="http://schemas.openxmlformats.org/drawingml/2006/table">
            <a:tbl>
              <a:tblPr/>
              <a:tblGrid>
                <a:gridCol w="7487920">
                  <a:extLst>
                    <a:ext uri="{9D8B030D-6E8A-4147-A177-3AD203B41FA5}">
                      <a16:colId xmlns:a16="http://schemas.microsoft.com/office/drawing/2014/main" val="406220880"/>
                    </a:ext>
                  </a:extLst>
                </a:gridCol>
                <a:gridCol w="4216400">
                  <a:extLst>
                    <a:ext uri="{9D8B030D-6E8A-4147-A177-3AD203B41FA5}">
                      <a16:colId xmlns:a16="http://schemas.microsoft.com/office/drawing/2014/main" val="2764925397"/>
                    </a:ext>
                  </a:extLst>
                </a:gridCol>
              </a:tblGrid>
              <a:tr h="439707">
                <a:tc>
                  <a:txBody>
                    <a:bodyPr/>
                    <a:lstStyle/>
                    <a:p>
                      <a:pPr algn="l" fontAlgn="t"/>
                      <a:r>
                        <a:rPr lang="en-IN" sz="2800" dirty="0">
                          <a:effectLst/>
                        </a:rPr>
                        <a:t>Method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800" dirty="0">
                          <a:effectLst/>
                        </a:rPr>
                        <a:t>Description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024756"/>
                  </a:ext>
                </a:extLst>
              </a:tr>
              <a:tr h="760574">
                <a:tc>
                  <a:txBody>
                    <a:bodyPr/>
                    <a:lstStyle/>
                    <a:p>
                      <a:pPr algn="l" fontAlgn="t"/>
                      <a:r>
                        <a:rPr lang="en-IN" sz="2800" dirty="0" err="1">
                          <a:effectLst/>
                        </a:rPr>
                        <a:t>document.</a:t>
                      </a:r>
                      <a:r>
                        <a:rPr lang="en-IN" sz="2800" b="1" dirty="0" err="1">
                          <a:effectLst/>
                        </a:rPr>
                        <a:t>getElementById</a:t>
                      </a:r>
                      <a:r>
                        <a:rPr lang="en-IN" sz="2800" b="1" dirty="0">
                          <a:effectLst/>
                        </a:rPr>
                        <a:t>(</a:t>
                      </a:r>
                      <a:r>
                        <a:rPr lang="en-IN" sz="2800" b="1" i="1" dirty="0">
                          <a:effectLst/>
                        </a:rPr>
                        <a:t>id</a:t>
                      </a:r>
                      <a:r>
                        <a:rPr lang="en-IN" sz="2800" b="1" dirty="0">
                          <a:effectLst/>
                        </a:rPr>
                        <a:t>)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800" dirty="0">
                          <a:effectLst/>
                        </a:rPr>
                        <a:t>Find an element by the element id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878369"/>
                  </a:ext>
                </a:extLst>
              </a:tr>
              <a:tr h="760574">
                <a:tc>
                  <a:txBody>
                    <a:bodyPr/>
                    <a:lstStyle/>
                    <a:p>
                      <a:pPr algn="l" fontAlgn="t"/>
                      <a:r>
                        <a:rPr lang="en-IN" sz="2800" dirty="0" err="1">
                          <a:effectLst/>
                        </a:rPr>
                        <a:t>document.</a:t>
                      </a:r>
                      <a:r>
                        <a:rPr lang="en-IN" sz="2800" b="1" dirty="0" err="1">
                          <a:effectLst/>
                        </a:rPr>
                        <a:t>getElementsByTagName</a:t>
                      </a:r>
                      <a:r>
                        <a:rPr lang="en-IN" sz="2800" b="1" dirty="0">
                          <a:effectLst/>
                        </a:rPr>
                        <a:t>(</a:t>
                      </a:r>
                      <a:r>
                        <a:rPr lang="en-IN" sz="2800" b="1" i="1" dirty="0">
                          <a:effectLst/>
                        </a:rPr>
                        <a:t>name</a:t>
                      </a:r>
                      <a:r>
                        <a:rPr lang="en-IN" sz="2800" b="1" dirty="0">
                          <a:effectLst/>
                        </a:rPr>
                        <a:t>)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800" dirty="0">
                          <a:effectLst/>
                        </a:rPr>
                        <a:t>Find elements by tag name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6357038"/>
                  </a:ext>
                </a:extLst>
              </a:tr>
              <a:tr h="760574">
                <a:tc>
                  <a:txBody>
                    <a:bodyPr/>
                    <a:lstStyle/>
                    <a:p>
                      <a:pPr algn="l" fontAlgn="t"/>
                      <a:r>
                        <a:rPr lang="en-IN" sz="2800" dirty="0" err="1">
                          <a:effectLst/>
                        </a:rPr>
                        <a:t>document.</a:t>
                      </a:r>
                      <a:r>
                        <a:rPr lang="en-IN" sz="2800" b="1" dirty="0" err="1">
                          <a:effectLst/>
                        </a:rPr>
                        <a:t>getElementsByClassName</a:t>
                      </a:r>
                      <a:r>
                        <a:rPr lang="en-IN" sz="2800" b="1" dirty="0">
                          <a:effectLst/>
                        </a:rPr>
                        <a:t>(</a:t>
                      </a:r>
                      <a:r>
                        <a:rPr lang="en-IN" sz="2800" b="1" i="1" dirty="0">
                          <a:effectLst/>
                        </a:rPr>
                        <a:t>name</a:t>
                      </a:r>
                      <a:r>
                        <a:rPr lang="en-IN" sz="2800" b="1" dirty="0">
                          <a:effectLst/>
                        </a:rPr>
                        <a:t>)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800" dirty="0">
                          <a:effectLst/>
                        </a:rPr>
                        <a:t>Find elements by class name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7611948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4F7E1413-1015-CD45-B24C-02FA79C969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000"/>
            <a:ext cx="65" cy="4051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37394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B2833-E40B-3678-2336-F039CC328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US" dirty="0"/>
              <a:t>Tag Name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43DE1-CF9A-D42C-5206-F5948C03FD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6797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dirty="0"/>
              <a:t>&lt;html&gt;</a:t>
            </a:r>
          </a:p>
          <a:p>
            <a:pPr marL="0" indent="0">
              <a:buNone/>
            </a:pPr>
            <a:r>
              <a:rPr lang="en-IN" sz="2400" dirty="0"/>
              <a:t>&lt;body&gt;</a:t>
            </a:r>
          </a:p>
          <a:p>
            <a:pPr marL="0" indent="0">
              <a:buNone/>
            </a:pPr>
            <a:r>
              <a:rPr lang="en-IN" sz="2400" dirty="0"/>
              <a:t>&lt;p&gt;Finding &lt;/p&gt;</a:t>
            </a:r>
          </a:p>
          <a:p>
            <a:pPr marL="0" indent="0">
              <a:buNone/>
            </a:pPr>
            <a:r>
              <a:rPr lang="en-IN" sz="2400" dirty="0"/>
              <a:t>&lt;p&gt;This example.&lt;/p&gt;</a:t>
            </a:r>
          </a:p>
          <a:p>
            <a:pPr marL="0" indent="0">
              <a:buNone/>
            </a:pPr>
            <a:r>
              <a:rPr lang="en-IN" sz="2400" dirty="0"/>
              <a:t>&lt;p id="demo"&gt;&lt;/p&gt;</a:t>
            </a:r>
          </a:p>
          <a:p>
            <a:pPr marL="0" indent="0">
              <a:buNone/>
            </a:pPr>
            <a:r>
              <a:rPr lang="en-IN" dirty="0"/>
              <a:t>&lt;script&gt;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y = </a:t>
            </a:r>
            <a:r>
              <a:rPr lang="en-IN" dirty="0" err="1"/>
              <a:t>document.getElementsByTagName</a:t>
            </a:r>
            <a:r>
              <a:rPr lang="en-IN" dirty="0"/>
              <a:t>(‘p’);</a:t>
            </a:r>
          </a:p>
          <a:p>
            <a:pPr marL="0" indent="0">
              <a:buNone/>
            </a:pPr>
            <a:r>
              <a:rPr lang="en-IN" dirty="0" err="1"/>
              <a:t>document.getElementById</a:t>
            </a:r>
            <a:r>
              <a:rPr lang="en-IN" dirty="0"/>
              <a:t>(‘demo’).</a:t>
            </a:r>
            <a:r>
              <a:rPr lang="en-IN" dirty="0" err="1"/>
              <a:t>innerHTML</a:t>
            </a:r>
            <a:r>
              <a:rPr lang="en-IN" dirty="0"/>
              <a:t> = </a:t>
            </a:r>
          </a:p>
          <a:p>
            <a:pPr marL="0" indent="0">
              <a:buNone/>
            </a:pPr>
            <a:r>
              <a:rPr lang="en-IN" dirty="0"/>
              <a:t>'The first paragraph is: ' + y[0].</a:t>
            </a:r>
            <a:r>
              <a:rPr lang="en-IN" dirty="0" err="1"/>
              <a:t>innerHTML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&lt;/script&gt;</a:t>
            </a:r>
          </a:p>
          <a:p>
            <a:pPr marL="0" indent="0">
              <a:buNone/>
            </a:pPr>
            <a:r>
              <a:rPr lang="en-IN" sz="2400" dirty="0"/>
              <a:t>&lt;/body&gt;</a:t>
            </a:r>
          </a:p>
          <a:p>
            <a:pPr marL="0" indent="0">
              <a:buNone/>
            </a:pPr>
            <a:r>
              <a:rPr lang="en-IN" sz="2400" dirty="0"/>
              <a:t>&lt;/html&gt;</a:t>
            </a:r>
          </a:p>
          <a:p>
            <a:pPr marL="0" indent="0">
              <a:buNone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1347315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97946-37DD-CC6D-1FA5-07AAB71DB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Name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45091-20DE-3A63-9746-D4603BDCBA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2560"/>
            <a:ext cx="10515600" cy="51612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/>
              <a:t>&lt;html&gt;</a:t>
            </a:r>
          </a:p>
          <a:p>
            <a:pPr marL="0" indent="0">
              <a:buNone/>
            </a:pPr>
            <a:r>
              <a:rPr lang="en-IN" sz="2000" dirty="0"/>
              <a:t>&lt;body&gt;</a:t>
            </a:r>
          </a:p>
          <a:p>
            <a:pPr marL="0" indent="0">
              <a:buNone/>
            </a:pPr>
            <a:r>
              <a:rPr lang="en-IN" sz="2000" dirty="0"/>
              <a:t>&lt;p class="intro"&gt;Hello World!&lt;/p&gt;</a:t>
            </a:r>
          </a:p>
          <a:p>
            <a:pPr marL="0" indent="0">
              <a:buNone/>
            </a:pPr>
            <a:r>
              <a:rPr lang="en-IN" sz="2000" dirty="0"/>
              <a:t>&lt;p class="intro"&gt;This example &lt;/p&gt;</a:t>
            </a:r>
          </a:p>
          <a:p>
            <a:pPr marL="0" indent="0">
              <a:buNone/>
            </a:pPr>
            <a:r>
              <a:rPr lang="en-IN" sz="2000" dirty="0"/>
              <a:t>&lt;p id="demo"&gt;&lt;/p&gt;</a:t>
            </a:r>
          </a:p>
          <a:p>
            <a:pPr marL="0" indent="0">
              <a:buNone/>
            </a:pPr>
            <a:r>
              <a:rPr lang="en-IN" sz="2000" dirty="0"/>
              <a:t>&lt;script&gt;</a:t>
            </a:r>
          </a:p>
          <a:p>
            <a:pPr marL="0" indent="0">
              <a:buNone/>
            </a:pPr>
            <a:r>
              <a:rPr lang="en-IN" sz="2000" dirty="0" err="1"/>
              <a:t>const</a:t>
            </a:r>
            <a:r>
              <a:rPr lang="en-IN" sz="2000" dirty="0"/>
              <a:t> x = </a:t>
            </a:r>
            <a:r>
              <a:rPr lang="en-IN" sz="2000" dirty="0" err="1"/>
              <a:t>document.getElementsByClassName</a:t>
            </a:r>
            <a:r>
              <a:rPr lang="en-IN" sz="2000" dirty="0"/>
              <a:t>(‘intro’);</a:t>
            </a:r>
          </a:p>
          <a:p>
            <a:pPr marL="0" indent="0">
              <a:buNone/>
            </a:pPr>
            <a:r>
              <a:rPr lang="en-IN" sz="2000" dirty="0" err="1"/>
              <a:t>document.getElementById</a:t>
            </a:r>
            <a:r>
              <a:rPr lang="en-IN" sz="2000" dirty="0"/>
              <a:t>(‘demo’).</a:t>
            </a:r>
            <a:r>
              <a:rPr lang="en-IN" sz="2000" dirty="0" err="1"/>
              <a:t>innerHTML</a:t>
            </a:r>
            <a:r>
              <a:rPr lang="en-IN" sz="2000" dirty="0"/>
              <a:t> = </a:t>
            </a:r>
          </a:p>
          <a:p>
            <a:pPr marL="0" indent="0">
              <a:buNone/>
            </a:pPr>
            <a:r>
              <a:rPr lang="en-IN" sz="2000" dirty="0"/>
              <a:t>'The first paragraph is: ' + x[0].</a:t>
            </a:r>
            <a:r>
              <a:rPr lang="en-IN" sz="2000" dirty="0" err="1"/>
              <a:t>innerHTML</a:t>
            </a:r>
            <a:r>
              <a:rPr lang="en-IN" sz="2000" dirty="0"/>
              <a:t>;</a:t>
            </a:r>
          </a:p>
          <a:p>
            <a:pPr marL="0" indent="0">
              <a:buNone/>
            </a:pPr>
            <a:r>
              <a:rPr lang="en-IN" sz="2000" dirty="0"/>
              <a:t>&lt;/script&gt;</a:t>
            </a:r>
          </a:p>
          <a:p>
            <a:pPr marL="0" indent="0">
              <a:buNone/>
            </a:pPr>
            <a:r>
              <a:rPr lang="en-IN" sz="2000" dirty="0"/>
              <a:t>&lt;/body&gt;</a:t>
            </a:r>
          </a:p>
          <a:p>
            <a:pPr marL="0" indent="0">
              <a:buNone/>
            </a:pPr>
            <a:r>
              <a:rPr lang="en-IN" sz="2000" dirty="0"/>
              <a:t>&lt;/html&gt;</a:t>
            </a:r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0555841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3F33A-D9ED-341A-23DC-4E4A668C6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Alert!!!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89045-1487-CC96-4FC3-CA8F7FBFE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&lt;!DOCTYPE html&gt;</a:t>
            </a:r>
          </a:p>
          <a:p>
            <a:pPr marL="0" indent="0">
              <a:buNone/>
            </a:pPr>
            <a:r>
              <a:rPr lang="en-US" dirty="0"/>
              <a:t>&lt;html&gt;</a:t>
            </a:r>
          </a:p>
          <a:p>
            <a:pPr marL="0" indent="0">
              <a:buNone/>
            </a:pPr>
            <a:r>
              <a:rPr lang="en-US" dirty="0"/>
              <a:t>&lt;body&gt;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&lt;h1&gt;The button Element&lt;/h1&gt;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&lt;button type="button" onclick="alert('Hello world!')"&gt;Click Me!&lt;/button&gt;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&lt;/body&gt;</a:t>
            </a:r>
          </a:p>
          <a:p>
            <a:pPr marL="0" indent="0">
              <a:buNone/>
            </a:pPr>
            <a:r>
              <a:rPr lang="en-US" dirty="0"/>
              <a:t>&lt;/html&gt;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40528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E6B02-4B00-FA5F-CF68-5CF99EE52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The DOM Programming Interface</a:t>
            </a:r>
            <a:b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57709-21E7-EE61-5B2D-9D280569F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HTML DOM can be accessed with JavaScript (and with other programming languages).</a:t>
            </a:r>
          </a:p>
          <a:p>
            <a:pPr algn="just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the DOM, all HTML elements are defined as 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objects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programming interface is the properties and methods of each object.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 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property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is a value that you can get or set (like changing the content of an HTML element).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 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is an action you can do (like add or deleting an HTML element).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24457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60D01-118B-4D40-C5D1-4377326AA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CONTENT INVISIBLE- DOM(HTML)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AB58A-81FE-C5BD-1C0A-DCE77A445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34073"/>
            <a:ext cx="5257800" cy="414289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&lt;!DOCTYPE html&gt;</a:t>
            </a:r>
          </a:p>
          <a:p>
            <a:pPr marL="0" indent="0">
              <a:buNone/>
            </a:pPr>
            <a:r>
              <a:rPr lang="en-IN" dirty="0"/>
              <a:t>&lt;html&gt;</a:t>
            </a:r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&lt;h2&gt;What Can JavaScript Do?&lt;/h2&gt;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&lt;p id="demo"&gt;JavaScript can hide HTML elements.&lt;/p&gt;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&lt;button type="button" onclick="</a:t>
            </a:r>
            <a:r>
              <a:rPr lang="en-IN" dirty="0" err="1"/>
              <a:t>document.getElementById</a:t>
            </a:r>
            <a:r>
              <a:rPr lang="en-IN" dirty="0"/>
              <a:t>('demo').</a:t>
            </a:r>
            <a:r>
              <a:rPr lang="en-IN" dirty="0" err="1"/>
              <a:t>style.display</a:t>
            </a:r>
            <a:r>
              <a:rPr lang="en-IN" dirty="0"/>
              <a:t>='none'"&gt;Click Me!&lt;/button&gt;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&lt;/body&gt;</a:t>
            </a:r>
          </a:p>
          <a:p>
            <a:pPr marL="0" indent="0">
              <a:buNone/>
            </a:pPr>
            <a:r>
              <a:rPr lang="en-IN" dirty="0"/>
              <a:t>&lt;/html&gt; 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C6EFE0-B3FD-F83F-AC77-BA4FCEFA8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4091" y="1863353"/>
            <a:ext cx="4391638" cy="20862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87E4FA-4084-9D6C-1F45-37DE997B1D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9351" y="4105518"/>
            <a:ext cx="4248743" cy="19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4428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8E2D0-3F0D-6F1A-6A03-3F6366C69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Change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0DDA8-0950-5479-478D-70D9641E8A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3840"/>
            <a:ext cx="10515600" cy="497903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3200" dirty="0"/>
              <a:t>&lt;!DOCTYPE html&gt;</a:t>
            </a:r>
          </a:p>
          <a:p>
            <a:pPr marL="0" indent="0">
              <a:buNone/>
            </a:pPr>
            <a:r>
              <a:rPr lang="en-IN" sz="3200" dirty="0"/>
              <a:t>&lt;html&gt;</a:t>
            </a:r>
          </a:p>
          <a:p>
            <a:pPr marL="0" indent="0">
              <a:buNone/>
            </a:pPr>
            <a:r>
              <a:rPr lang="en-IN" sz="3200" dirty="0"/>
              <a:t>&lt;body&gt;</a:t>
            </a:r>
          </a:p>
          <a:p>
            <a:pPr marL="0" indent="0">
              <a:buNone/>
            </a:pPr>
            <a:r>
              <a:rPr lang="en-IN" sz="3200" dirty="0"/>
              <a:t>&lt;h2&gt;What Can JavaScript Do?&lt;/h2&gt;</a:t>
            </a:r>
          </a:p>
          <a:p>
            <a:pPr marL="0" indent="0">
              <a:buNone/>
            </a:pPr>
            <a:r>
              <a:rPr lang="en-IN" sz="3200" dirty="0"/>
              <a:t>&lt;p id="demo"&gt;JavaScript can change HTML content.&lt;/p&gt;</a:t>
            </a:r>
          </a:p>
          <a:p>
            <a:pPr marL="0" indent="0">
              <a:buNone/>
            </a:pPr>
            <a:r>
              <a:rPr lang="en-IN" sz="3200" dirty="0"/>
              <a:t>&lt;button onclick=“</a:t>
            </a:r>
            <a:r>
              <a:rPr lang="en-IN" sz="3200" dirty="0" err="1"/>
              <a:t>document.getElementById</a:t>
            </a:r>
            <a:r>
              <a:rPr lang="en-IN" sz="3200" dirty="0"/>
              <a:t>(‘demo’).</a:t>
            </a:r>
            <a:r>
              <a:rPr lang="en-IN" sz="3200" dirty="0" err="1"/>
              <a:t>innerHTML</a:t>
            </a:r>
            <a:r>
              <a:rPr lang="en-IN" sz="3200" dirty="0"/>
              <a:t> = ‘Hello JavaScript!’”&gt;Click Me!&lt;/button&gt;</a:t>
            </a:r>
          </a:p>
          <a:p>
            <a:pPr marL="0" indent="0">
              <a:buNone/>
            </a:pPr>
            <a:r>
              <a:rPr lang="en-IN" sz="3200" dirty="0"/>
              <a:t>&lt;/body&gt;</a:t>
            </a:r>
          </a:p>
          <a:p>
            <a:pPr marL="0" indent="0">
              <a:buNone/>
            </a:pPr>
            <a:r>
              <a:rPr lang="en-IN" sz="3200" dirty="0"/>
              <a:t>&lt;/html&gt;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5024785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CC15F-A6F6-ACB6-6073-B9F1A25AB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Changing Image – DOM(HTML)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7AB85-50D6-BE8D-D304-C60C86B9E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!DOCTYPE html&gt;</a:t>
            </a:r>
            <a:br>
              <a:rPr lang="en-IN" dirty="0"/>
            </a:br>
            <a:r>
              <a:rPr lang="en-IN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IN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IN" dirty="0"/>
            </a:br>
            <a:r>
              <a:rPr lang="en-IN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IN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IN" dirty="0"/>
            </a:br>
            <a:br>
              <a:rPr lang="en-IN" dirty="0"/>
            </a:br>
            <a:r>
              <a:rPr lang="en-IN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i="0" dirty="0" err="1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en-IN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id</a:t>
            </a:r>
            <a:r>
              <a:rPr lang="en-IN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en-IN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myImage</a:t>
            </a:r>
            <a:r>
              <a:rPr lang="en-IN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IN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="smiley.gif"</a:t>
            </a:r>
            <a:r>
              <a:rPr lang="en-IN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IN" dirty="0"/>
            </a:br>
            <a:br>
              <a:rPr lang="en-IN" dirty="0"/>
            </a:br>
            <a:r>
              <a:rPr lang="en-IN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IN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document.getElementById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myImage</a:t>
            </a:r>
            <a:r>
              <a:rPr lang="en-IN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"landscape.jpg"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/script</a:t>
            </a:r>
            <a:r>
              <a:rPr lang="en-IN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IN" dirty="0"/>
            </a:br>
            <a:br>
              <a:rPr lang="en-IN" dirty="0"/>
            </a:br>
            <a:r>
              <a:rPr lang="en-IN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/body</a:t>
            </a:r>
            <a:r>
              <a:rPr lang="en-IN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IN" dirty="0"/>
            </a:br>
            <a:r>
              <a:rPr lang="en-IN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/html</a:t>
            </a:r>
            <a:r>
              <a:rPr lang="en-IN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38027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DBADC-761E-64B2-924C-6691E587F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960" y="111125"/>
            <a:ext cx="10515600" cy="1325563"/>
          </a:xfrm>
        </p:spPr>
        <p:txBody>
          <a:bodyPr/>
          <a:lstStyle/>
          <a:p>
            <a:r>
              <a:rPr lang="en-US" dirty="0"/>
              <a:t>Changing CSS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F26EA-BBB3-E12A-C076-A009CFEE5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720" y="1104265"/>
            <a:ext cx="11704320" cy="56426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/>
              <a:t>&lt;html&gt;</a:t>
            </a:r>
          </a:p>
          <a:p>
            <a:pPr marL="0" indent="0">
              <a:buNone/>
            </a:pPr>
            <a:r>
              <a:rPr lang="en-IN" sz="2000" dirty="0"/>
              <a:t>&lt;body&gt;</a:t>
            </a:r>
          </a:p>
          <a:p>
            <a:pPr marL="0" indent="0">
              <a:buNone/>
            </a:pPr>
            <a:r>
              <a:rPr lang="en-IN" sz="2000" dirty="0"/>
              <a:t>&lt;h2&gt;JavaScript HTML DOM&lt;/h2&gt;</a:t>
            </a:r>
          </a:p>
          <a:p>
            <a:pPr marL="0" indent="0">
              <a:buNone/>
            </a:pPr>
            <a:r>
              <a:rPr lang="en-IN" sz="2000" dirty="0"/>
              <a:t>&lt;p&gt;Changing the HTML style:&lt;/p&gt;</a:t>
            </a:r>
          </a:p>
          <a:p>
            <a:pPr marL="0" indent="0">
              <a:buNone/>
            </a:pPr>
            <a:r>
              <a:rPr lang="en-IN" sz="2000" dirty="0"/>
              <a:t>&lt;p id="p1"&gt;Hello World!&lt;/p&gt;</a:t>
            </a:r>
          </a:p>
          <a:p>
            <a:pPr marL="0" indent="0">
              <a:buNone/>
            </a:pPr>
            <a:r>
              <a:rPr lang="en-IN" sz="2000" dirty="0"/>
              <a:t>&lt;p id="p2"&gt;Hello World!&lt;/p&gt;</a:t>
            </a:r>
          </a:p>
          <a:p>
            <a:pPr marL="0" indent="0">
              <a:buNone/>
            </a:pPr>
            <a:r>
              <a:rPr lang="en-IN" sz="2000" dirty="0"/>
              <a:t>&lt;script&gt;</a:t>
            </a:r>
          </a:p>
          <a:p>
            <a:pPr marL="0" indent="0">
              <a:buNone/>
            </a:pPr>
            <a:r>
              <a:rPr lang="en-IN" sz="2000" dirty="0" err="1"/>
              <a:t>document.getElementById</a:t>
            </a:r>
            <a:r>
              <a:rPr lang="en-IN" sz="2000" dirty="0"/>
              <a:t>(‘p2’).</a:t>
            </a:r>
            <a:r>
              <a:rPr lang="en-IN" sz="2000" dirty="0" err="1"/>
              <a:t>style.color</a:t>
            </a:r>
            <a:r>
              <a:rPr lang="en-IN" sz="2000" dirty="0"/>
              <a:t> = ‘blue’;</a:t>
            </a:r>
          </a:p>
          <a:p>
            <a:pPr marL="0" indent="0">
              <a:buNone/>
            </a:pPr>
            <a:r>
              <a:rPr lang="en-IN" sz="2000" dirty="0" err="1"/>
              <a:t>document.getElementById</a:t>
            </a:r>
            <a:r>
              <a:rPr lang="en-IN" sz="2000" dirty="0"/>
              <a:t>(‘p2’).</a:t>
            </a:r>
            <a:r>
              <a:rPr lang="en-IN" sz="2000" dirty="0" err="1"/>
              <a:t>style.fontFamily</a:t>
            </a:r>
            <a:r>
              <a:rPr lang="en-IN" sz="2000" dirty="0"/>
              <a:t> = ‘Arial’;</a:t>
            </a:r>
          </a:p>
          <a:p>
            <a:pPr marL="0" indent="0">
              <a:buNone/>
            </a:pPr>
            <a:r>
              <a:rPr lang="en-IN" sz="2000" dirty="0" err="1"/>
              <a:t>document.getElementById</a:t>
            </a:r>
            <a:r>
              <a:rPr lang="en-IN" sz="2000" dirty="0"/>
              <a:t>(‘p2’).</a:t>
            </a:r>
            <a:r>
              <a:rPr lang="en-IN" sz="2000" dirty="0" err="1"/>
              <a:t>style.fontSize</a:t>
            </a:r>
            <a:r>
              <a:rPr lang="en-IN" sz="2000" dirty="0"/>
              <a:t> = ‘larger’;</a:t>
            </a:r>
          </a:p>
          <a:p>
            <a:pPr marL="0" indent="0">
              <a:buNone/>
            </a:pPr>
            <a:r>
              <a:rPr lang="en-IN" sz="2000" dirty="0"/>
              <a:t>&lt;/script&gt;</a:t>
            </a:r>
          </a:p>
          <a:p>
            <a:pPr marL="0" indent="0">
              <a:buNone/>
            </a:pPr>
            <a:r>
              <a:rPr lang="en-IN" sz="2000" dirty="0"/>
              <a:t>&lt;/body&gt;</a:t>
            </a:r>
          </a:p>
          <a:p>
            <a:pPr marL="0" indent="0">
              <a:buNone/>
            </a:pPr>
            <a:r>
              <a:rPr lang="en-IN" sz="2000" dirty="0"/>
              <a:t>&lt;/html&gt;</a:t>
            </a:r>
          </a:p>
          <a:p>
            <a:pPr marL="0" indent="0">
              <a:buNone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327229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082F7-E088-73B0-57B9-ABF7DEB66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 Calculations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058BD-F5B3-380C-94D1-4E7352EFE2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&lt;!DOCTYPE html&gt;</a:t>
            </a:r>
          </a:p>
          <a:p>
            <a:pPr marL="0" indent="0">
              <a:buNone/>
            </a:pPr>
            <a:r>
              <a:rPr lang="en-US" dirty="0"/>
              <a:t>&lt;html&gt;</a:t>
            </a:r>
          </a:p>
          <a:p>
            <a:pPr marL="0" indent="0">
              <a:buNone/>
            </a:pPr>
            <a:r>
              <a:rPr lang="en-US" dirty="0"/>
              <a:t>&lt;body&gt;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&lt;h2&gt;My First Web Page&lt;/h2&gt;</a:t>
            </a:r>
          </a:p>
          <a:p>
            <a:pPr marL="0" indent="0">
              <a:buNone/>
            </a:pPr>
            <a:r>
              <a:rPr lang="en-US" dirty="0"/>
              <a:t>&lt;p&gt;My first paragraph.&lt;/p&gt;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&lt;button type="button" onclick="</a:t>
            </a:r>
            <a:r>
              <a:rPr lang="en-US" dirty="0" err="1"/>
              <a:t>document.write</a:t>
            </a:r>
            <a:r>
              <a:rPr lang="en-US" dirty="0"/>
              <a:t>(5 + 6)"&gt;Try it&lt;/button&gt;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&lt;/body&gt;</a:t>
            </a:r>
          </a:p>
          <a:p>
            <a:pPr marL="0" indent="0">
              <a:buNone/>
            </a:pPr>
            <a:r>
              <a:rPr lang="en-US" dirty="0"/>
              <a:t>&lt;/html&gt;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72828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95A62-C1BB-5C66-7ACF-00C32C511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Print Addition Using </a:t>
            </a:r>
            <a:r>
              <a:rPr lang="en-IN" dirty="0" err="1"/>
              <a:t>Javascript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222A5-9460-824B-D354-60FD6AA10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&lt;html&gt;</a:t>
            </a:r>
          </a:p>
          <a:p>
            <a:pPr marL="0" indent="0">
              <a:buNone/>
            </a:pPr>
            <a:r>
              <a:rPr lang="en-US" dirty="0"/>
              <a:t>&lt;body&gt;</a:t>
            </a:r>
          </a:p>
          <a:p>
            <a:pPr marL="0" indent="0">
              <a:buNone/>
            </a:pPr>
            <a:r>
              <a:rPr lang="en-US" dirty="0"/>
              <a:t>&lt;script&gt;  </a:t>
            </a:r>
          </a:p>
          <a:p>
            <a:pPr marL="0" indent="0">
              <a:buNone/>
            </a:pPr>
            <a:r>
              <a:rPr lang="en-US" dirty="0"/>
              <a:t>var a=10;  </a:t>
            </a:r>
          </a:p>
          <a:p>
            <a:pPr marL="0" indent="0">
              <a:buNone/>
            </a:pPr>
            <a:r>
              <a:rPr lang="en-US" dirty="0"/>
              <a:t>var b=20;  </a:t>
            </a:r>
          </a:p>
          <a:p>
            <a:pPr marL="0" indent="0">
              <a:buNone/>
            </a:pPr>
            <a:r>
              <a:rPr lang="en-US" dirty="0"/>
              <a:t>var c=</a:t>
            </a:r>
            <a:r>
              <a:rPr lang="en-US" dirty="0" err="1"/>
              <a:t>a+b</a:t>
            </a:r>
            <a:r>
              <a:rPr lang="en-US" dirty="0"/>
              <a:t>;//It adds values of a and b variable  </a:t>
            </a:r>
          </a:p>
          <a:p>
            <a:pPr marL="0" indent="0">
              <a:buNone/>
            </a:pPr>
            <a:r>
              <a:rPr lang="en-US" dirty="0" err="1"/>
              <a:t>document.write</a:t>
            </a:r>
            <a:r>
              <a:rPr lang="en-US" dirty="0"/>
              <a:t>(c);//prints sum of 10 and 20  </a:t>
            </a:r>
          </a:p>
          <a:p>
            <a:pPr marL="0" indent="0">
              <a:buNone/>
            </a:pPr>
            <a:r>
              <a:rPr lang="en-US" dirty="0" err="1"/>
              <a:t>document.write</a:t>
            </a:r>
            <a:r>
              <a:rPr lang="en-US" dirty="0"/>
              <a:t>(‘\n’);</a:t>
            </a:r>
          </a:p>
          <a:p>
            <a:pPr marL="0" indent="0">
              <a:buNone/>
            </a:pPr>
            <a:r>
              <a:rPr lang="en-US" dirty="0"/>
              <a:t>&lt;/script&gt;   </a:t>
            </a:r>
          </a:p>
          <a:p>
            <a:pPr marL="0" indent="0">
              <a:buNone/>
            </a:pPr>
            <a:r>
              <a:rPr lang="en-US" dirty="0"/>
              <a:t>&lt;/body&gt;</a:t>
            </a:r>
          </a:p>
          <a:p>
            <a:pPr marL="0" indent="0">
              <a:buNone/>
            </a:pPr>
            <a:r>
              <a:rPr lang="en-US" dirty="0"/>
              <a:t>&lt;/html&gt;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33851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3D327-D895-644E-E6B4-578B15580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Window Alert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B9697-0431-BB73-6C7C-AD277CB58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/>
              <a:t>&lt;!DOCTYPE html&gt;</a:t>
            </a:r>
          </a:p>
          <a:p>
            <a:pPr marL="0" indent="0">
              <a:buNone/>
            </a:pPr>
            <a:r>
              <a:rPr lang="en-IN" dirty="0"/>
              <a:t>&lt;html&gt;</a:t>
            </a:r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&lt;h2&gt;My First Web Page&lt;/h2&gt;</a:t>
            </a:r>
          </a:p>
          <a:p>
            <a:pPr marL="0" indent="0">
              <a:buNone/>
            </a:pPr>
            <a:r>
              <a:rPr lang="en-IN" dirty="0"/>
              <a:t>&lt;p&gt;My first paragraph.&lt;/p&gt;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&lt;script&gt;</a:t>
            </a:r>
          </a:p>
          <a:p>
            <a:pPr marL="0" indent="0">
              <a:buNone/>
            </a:pPr>
            <a:r>
              <a:rPr lang="en-IN" dirty="0" err="1"/>
              <a:t>window.alert</a:t>
            </a:r>
            <a:r>
              <a:rPr lang="en-IN" dirty="0"/>
              <a:t>(5 + 6);</a:t>
            </a:r>
          </a:p>
          <a:p>
            <a:pPr marL="0" indent="0">
              <a:buNone/>
            </a:pPr>
            <a:r>
              <a:rPr lang="en-IN" dirty="0"/>
              <a:t>&lt;/script&gt;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&lt;/body&gt;</a:t>
            </a:r>
          </a:p>
          <a:p>
            <a:pPr marL="0" indent="0">
              <a:buNone/>
            </a:pPr>
            <a:r>
              <a:rPr lang="en-IN" dirty="0"/>
              <a:t>&lt;/html&gt; </a:t>
            </a:r>
          </a:p>
        </p:txBody>
      </p:sp>
    </p:spTree>
    <p:extLst>
      <p:ext uri="{BB962C8B-B14F-4D97-AF65-F5344CB8AC3E}">
        <p14:creationId xmlns:p14="http://schemas.microsoft.com/office/powerpoint/2010/main" val="13969772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99580-F41E-51F4-8517-360207906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Alert! USING SCRIPT TAG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D1A71-1E4D-0E9C-DEE3-8BEB1D8C7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!DOCTYPE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html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dirty="0"/>
            </a:b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My First Web Page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/h1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My first paragraph.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/p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dirty="0"/>
            </a:b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alert(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/script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dirty="0"/>
            </a:b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/body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/html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04338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9383B-6C1D-C601-CD41-3267F196D1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171" y="1354144"/>
            <a:ext cx="5441302" cy="579440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&lt;!DOCTYPE html&gt;</a:t>
            </a:r>
          </a:p>
          <a:p>
            <a:pPr marL="0" indent="0">
              <a:buNone/>
            </a:pPr>
            <a:r>
              <a:rPr lang="en-IN" dirty="0"/>
              <a:t>&lt;html&gt;</a:t>
            </a:r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r>
              <a:rPr lang="en-IN" dirty="0"/>
              <a:t>&lt;h2&gt;My First Web Page&lt;/h2&gt;</a:t>
            </a:r>
          </a:p>
          <a:p>
            <a:pPr marL="0" indent="0">
              <a:buNone/>
            </a:pPr>
            <a:r>
              <a:rPr lang="en-IN" dirty="0"/>
              <a:t>&lt;p&gt;My First Paragraph.&lt;/p&gt;</a:t>
            </a:r>
          </a:p>
          <a:p>
            <a:pPr marL="0" indent="0">
              <a:buNone/>
            </a:pPr>
            <a:r>
              <a:rPr lang="en-IN" dirty="0"/>
              <a:t>&lt;p id="demo"&gt;&lt;/p&gt;</a:t>
            </a:r>
          </a:p>
          <a:p>
            <a:pPr marL="0" indent="0">
              <a:buNone/>
            </a:pPr>
            <a:r>
              <a:rPr lang="en-IN" dirty="0"/>
              <a:t>&lt;script&gt;</a:t>
            </a:r>
          </a:p>
          <a:p>
            <a:pPr marL="0" indent="0">
              <a:buNone/>
            </a:pPr>
            <a:r>
              <a:rPr lang="en-IN" dirty="0" err="1"/>
              <a:t>document.getElementById</a:t>
            </a:r>
            <a:r>
              <a:rPr lang="en-IN" dirty="0"/>
              <a:t>("demo").</a:t>
            </a:r>
            <a:r>
              <a:rPr lang="en-IN" dirty="0" err="1"/>
              <a:t>innerHTML</a:t>
            </a:r>
            <a:r>
              <a:rPr lang="en-IN" dirty="0"/>
              <a:t> = 5 + 6;</a:t>
            </a:r>
          </a:p>
          <a:p>
            <a:pPr marL="0" indent="0">
              <a:buNone/>
            </a:pPr>
            <a:r>
              <a:rPr lang="en-IN" dirty="0"/>
              <a:t>&lt;/script&gt;</a:t>
            </a:r>
          </a:p>
          <a:p>
            <a:pPr marL="0" indent="0">
              <a:buNone/>
            </a:pPr>
            <a:r>
              <a:rPr lang="en-IN" dirty="0"/>
              <a:t>&lt;/body&gt;</a:t>
            </a:r>
          </a:p>
          <a:p>
            <a:pPr marL="0" indent="0">
              <a:buNone/>
            </a:pPr>
            <a:r>
              <a:rPr lang="en-IN" dirty="0"/>
              <a:t>&lt;/html&gt;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8D89AC-D9BA-72AA-D70A-AC5B068B4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6113" y="1277351"/>
            <a:ext cx="3400900" cy="23625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3F8A6A2-0353-E5E3-52F7-5E4DC684B6F3}"/>
              </a:ext>
            </a:extLst>
          </p:cNvPr>
          <p:cNvSpPr txBox="1"/>
          <p:nvPr/>
        </p:nvSpPr>
        <p:spPr>
          <a:xfrm>
            <a:off x="609600" y="185057"/>
            <a:ext cx="38317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CALCULATIONS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1149190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9E9F8-2ED6-CA2F-52E4-F29609B9B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Script Inside Body- CHANGING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5E587-03BE-18E6-5A3A-EB8B86DA16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sz="3300" dirty="0"/>
              <a:t>&lt;!DOCTYPE html&gt;</a:t>
            </a:r>
          </a:p>
          <a:p>
            <a:pPr marL="0" indent="0">
              <a:buNone/>
            </a:pPr>
            <a:r>
              <a:rPr lang="en-IN" sz="3300" dirty="0"/>
              <a:t>&lt;html&gt;</a:t>
            </a:r>
          </a:p>
          <a:p>
            <a:pPr marL="0" indent="0">
              <a:buNone/>
            </a:pPr>
            <a:r>
              <a:rPr lang="en-IN" sz="3300" dirty="0"/>
              <a:t>&lt;body&gt;</a:t>
            </a:r>
          </a:p>
          <a:p>
            <a:pPr marL="0" indent="0">
              <a:buNone/>
            </a:pPr>
            <a:endParaRPr lang="en-IN" sz="3300" dirty="0"/>
          </a:p>
          <a:p>
            <a:pPr marL="0" indent="0">
              <a:buNone/>
            </a:pPr>
            <a:r>
              <a:rPr lang="en-IN" sz="3300" dirty="0"/>
              <a:t>&lt;h2&gt;JavaScript in Body&lt;/h2&gt;</a:t>
            </a:r>
          </a:p>
          <a:p>
            <a:pPr marL="0" indent="0">
              <a:buNone/>
            </a:pPr>
            <a:endParaRPr lang="en-IN" sz="3300" dirty="0"/>
          </a:p>
          <a:p>
            <a:pPr marL="0" indent="0">
              <a:buNone/>
            </a:pPr>
            <a:r>
              <a:rPr lang="en-IN" sz="3300" dirty="0"/>
              <a:t>&lt;p id="demo"&gt;&lt;/p&gt;</a:t>
            </a:r>
          </a:p>
          <a:p>
            <a:pPr marL="0" indent="0">
              <a:buNone/>
            </a:pPr>
            <a:endParaRPr lang="en-IN" sz="3300" dirty="0"/>
          </a:p>
          <a:p>
            <a:pPr marL="0" indent="0">
              <a:buNone/>
            </a:pPr>
            <a:r>
              <a:rPr lang="en-IN" sz="3300" dirty="0"/>
              <a:t>&lt;script&gt;</a:t>
            </a:r>
          </a:p>
          <a:p>
            <a:pPr marL="0" indent="0">
              <a:buNone/>
            </a:pPr>
            <a:r>
              <a:rPr lang="en-IN" sz="3300" dirty="0" err="1"/>
              <a:t>document.getElementById</a:t>
            </a:r>
            <a:r>
              <a:rPr lang="en-IN" sz="3300" dirty="0"/>
              <a:t>("demo").</a:t>
            </a:r>
            <a:r>
              <a:rPr lang="en-IN" sz="3300" dirty="0" err="1"/>
              <a:t>innerHTML</a:t>
            </a:r>
            <a:r>
              <a:rPr lang="en-IN" sz="3300" dirty="0"/>
              <a:t> = "My First JavaScript";</a:t>
            </a:r>
          </a:p>
          <a:p>
            <a:pPr marL="0" indent="0">
              <a:buNone/>
            </a:pPr>
            <a:r>
              <a:rPr lang="en-IN" sz="3300" dirty="0"/>
              <a:t>&lt;/script&gt;</a:t>
            </a:r>
          </a:p>
          <a:p>
            <a:pPr marL="0" indent="0">
              <a:buNone/>
            </a:pPr>
            <a:endParaRPr lang="en-IN" sz="3300" dirty="0"/>
          </a:p>
          <a:p>
            <a:pPr marL="0" indent="0">
              <a:buNone/>
            </a:pPr>
            <a:r>
              <a:rPr lang="en-IN" sz="3300" dirty="0"/>
              <a:t>&lt;/body&gt;</a:t>
            </a:r>
          </a:p>
          <a:p>
            <a:pPr marL="0" indent="0">
              <a:buNone/>
            </a:pPr>
            <a:r>
              <a:rPr lang="en-IN" sz="3300" dirty="0"/>
              <a:t>&lt;/html&gt;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10288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95EDE-AB30-E7BB-5644-D2D415C44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0808"/>
            <a:ext cx="5954486" cy="4376155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&lt;!DOCTYPE html&gt;</a:t>
            </a:r>
          </a:p>
          <a:p>
            <a:pPr marL="0" indent="0">
              <a:buNone/>
            </a:pPr>
            <a:r>
              <a:rPr lang="en-IN" dirty="0"/>
              <a:t>&lt;html&gt;</a:t>
            </a:r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&lt;h2&gt;What Can JavaScript Do?&lt;/h2&gt;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&lt;p&gt;JavaScript can show hidden HTML elements.&lt;/p&gt;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&lt;p id="demo" style="</a:t>
            </a:r>
            <a:r>
              <a:rPr lang="en-IN" dirty="0" err="1"/>
              <a:t>display:none</a:t>
            </a:r>
            <a:r>
              <a:rPr lang="en-IN" dirty="0"/>
              <a:t>"&gt;Hello JavaScript!&lt;/p&gt;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&lt;button type="button" onclick="</a:t>
            </a:r>
            <a:r>
              <a:rPr lang="en-IN" dirty="0" err="1"/>
              <a:t>document.getElementById</a:t>
            </a:r>
            <a:r>
              <a:rPr lang="en-IN" dirty="0"/>
              <a:t>('demo').</a:t>
            </a:r>
            <a:r>
              <a:rPr lang="en-IN" dirty="0" err="1"/>
              <a:t>style.display</a:t>
            </a:r>
            <a:r>
              <a:rPr lang="en-IN" dirty="0"/>
              <a:t>='block'"&gt;Click Me!&lt;/button&gt;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&lt;/body&gt;</a:t>
            </a:r>
          </a:p>
          <a:p>
            <a:pPr marL="0" indent="0">
              <a:buNone/>
            </a:pPr>
            <a:r>
              <a:rPr lang="en-IN" dirty="0"/>
              <a:t>&lt;/html&gt;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C78C60-A66F-62F5-A6BD-279B9BE49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2686" y="615595"/>
            <a:ext cx="4534533" cy="18385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2E4386-E9F5-B611-9945-18F55A07A7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4989" y="2615480"/>
            <a:ext cx="4410691" cy="289600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DF5B508-EC7F-259B-137E-146F142BB6EC}"/>
              </a:ext>
            </a:extLst>
          </p:cNvPr>
          <p:cNvSpPr txBox="1"/>
          <p:nvPr/>
        </p:nvSpPr>
        <p:spPr>
          <a:xfrm>
            <a:off x="838200" y="446314"/>
            <a:ext cx="56170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MAKE INVISIBLE VISIBLE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6541299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59D79-9066-F176-DEE5-C1B11C9F2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9551"/>
            <a:ext cx="5711890" cy="463741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/>
              <a:t>&lt;!DOCTYPE html&gt;</a:t>
            </a:r>
          </a:p>
          <a:p>
            <a:pPr marL="0" indent="0">
              <a:buNone/>
            </a:pPr>
            <a:r>
              <a:rPr lang="en-IN" dirty="0"/>
              <a:t>&lt;html&gt;</a:t>
            </a:r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&lt;h2&gt;What Can JavaScript Do?&lt;/h2&gt;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&lt;p id="demo"&gt;JavaScript can change the style of an HTML element.&lt;/p&gt;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&lt;button type="button" onclick="</a:t>
            </a:r>
            <a:r>
              <a:rPr lang="en-IN" dirty="0" err="1"/>
              <a:t>document.getElementById</a:t>
            </a:r>
            <a:r>
              <a:rPr lang="en-IN" dirty="0"/>
              <a:t>('demo').</a:t>
            </a:r>
            <a:r>
              <a:rPr lang="en-IN" dirty="0" err="1"/>
              <a:t>style.fontSize</a:t>
            </a:r>
            <a:r>
              <a:rPr lang="en-IN" dirty="0"/>
              <a:t>='35px'"&gt;Click Me!&lt;/button&gt;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&lt;/body&gt;</a:t>
            </a:r>
          </a:p>
          <a:p>
            <a:pPr marL="0" indent="0">
              <a:buNone/>
            </a:pPr>
            <a:r>
              <a:rPr lang="en-IN" dirty="0"/>
              <a:t>&lt;/html&gt; 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524802-2055-B4EE-FA45-D95CA6E94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4653" y="1130383"/>
            <a:ext cx="5715798" cy="19243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AFD505-3C68-16A8-E925-7BF09C61C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7708" y="4428130"/>
            <a:ext cx="5027226" cy="174883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AB18E31-77BF-E08E-6179-82E1122ECE62}"/>
              </a:ext>
            </a:extLst>
          </p:cNvPr>
          <p:cNvSpPr txBox="1"/>
          <p:nvPr/>
        </p:nvSpPr>
        <p:spPr>
          <a:xfrm>
            <a:off x="620486" y="250371"/>
            <a:ext cx="5236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FONT SIZE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45156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BDB95-66A3-CD0C-9528-A163382AA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Date and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83FC7-56A4-D424-C40F-F2A0C2BD8C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2269"/>
            <a:ext cx="10515600" cy="48146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dirty="0"/>
              <a:t>&lt;!DOCTYPE html&gt;</a:t>
            </a:r>
          </a:p>
          <a:p>
            <a:pPr marL="0" indent="0">
              <a:buNone/>
            </a:pPr>
            <a:r>
              <a:rPr lang="en-IN" dirty="0"/>
              <a:t>&lt;html&gt;</a:t>
            </a:r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r>
              <a:rPr lang="en-IN" dirty="0"/>
              <a:t>&lt;h2&gt;My First JavaScript&lt;/h2&gt;</a:t>
            </a:r>
          </a:p>
          <a:p>
            <a:pPr marL="0" indent="0">
              <a:buNone/>
            </a:pPr>
            <a:r>
              <a:rPr lang="en-IN" dirty="0"/>
              <a:t>&lt;button type="button"</a:t>
            </a:r>
          </a:p>
          <a:p>
            <a:pPr marL="0" indent="0">
              <a:buNone/>
            </a:pPr>
            <a:r>
              <a:rPr lang="en-IN" dirty="0"/>
              <a:t>onclick="</a:t>
            </a:r>
            <a:r>
              <a:rPr lang="en-IN" dirty="0" err="1"/>
              <a:t>document.getElementById</a:t>
            </a:r>
            <a:r>
              <a:rPr lang="en-IN" dirty="0"/>
              <a:t>('demo').</a:t>
            </a:r>
            <a:r>
              <a:rPr lang="en-IN" dirty="0" err="1"/>
              <a:t>innerHTML</a:t>
            </a:r>
            <a:r>
              <a:rPr lang="en-IN" dirty="0"/>
              <a:t> = Date()"&gt;</a:t>
            </a:r>
          </a:p>
          <a:p>
            <a:pPr marL="0" indent="0">
              <a:buNone/>
            </a:pPr>
            <a:r>
              <a:rPr lang="en-IN" dirty="0"/>
              <a:t>Click me to display Date and Time.&lt;/button&gt;</a:t>
            </a:r>
          </a:p>
          <a:p>
            <a:pPr marL="0" indent="0">
              <a:buNone/>
            </a:pPr>
            <a:r>
              <a:rPr lang="en-IN" dirty="0"/>
              <a:t>&lt;p id="demo"&gt;&lt;/p&gt;</a:t>
            </a:r>
          </a:p>
          <a:p>
            <a:pPr marL="0" indent="0">
              <a:buNone/>
            </a:pPr>
            <a:r>
              <a:rPr lang="en-IN" dirty="0"/>
              <a:t>&lt;/body&gt;</a:t>
            </a:r>
          </a:p>
          <a:p>
            <a:pPr marL="0" indent="0">
              <a:buNone/>
            </a:pPr>
            <a:r>
              <a:rPr lang="en-IN" dirty="0"/>
              <a:t>&lt;/html&gt; </a:t>
            </a:r>
          </a:p>
        </p:txBody>
      </p:sp>
    </p:spTree>
    <p:extLst>
      <p:ext uri="{BB962C8B-B14F-4D97-AF65-F5344CB8AC3E}">
        <p14:creationId xmlns:p14="http://schemas.microsoft.com/office/powerpoint/2010/main" val="14619267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3A570-F8BB-8F42-C255-13C9A8994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Content- DOM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CCB33-9C46-545D-3FCD-7B0693643A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&lt;!DOCTYPE html&gt;</a:t>
            </a:r>
          </a:p>
          <a:p>
            <a:pPr marL="0" indent="0">
              <a:buNone/>
            </a:pPr>
            <a:r>
              <a:rPr lang="en-IN" dirty="0"/>
              <a:t>&lt;html&gt;</a:t>
            </a:r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&lt;p id="demo"&gt;&lt;/p&gt;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&lt;script&gt;</a:t>
            </a:r>
          </a:p>
          <a:p>
            <a:pPr marL="0" indent="0">
              <a:buNone/>
            </a:pPr>
            <a:r>
              <a:rPr lang="en-IN" dirty="0" err="1"/>
              <a:t>document.getElementById</a:t>
            </a:r>
            <a:r>
              <a:rPr lang="en-IN" dirty="0"/>
              <a:t>(‘demo’).</a:t>
            </a:r>
            <a:r>
              <a:rPr lang="en-IN" dirty="0" err="1"/>
              <a:t>innerHTML</a:t>
            </a:r>
            <a:r>
              <a:rPr lang="en-IN" dirty="0"/>
              <a:t> = ‘Date : ‘ + Date();</a:t>
            </a:r>
          </a:p>
          <a:p>
            <a:pPr marL="0" indent="0">
              <a:buNone/>
            </a:pPr>
            <a:r>
              <a:rPr lang="en-IN" dirty="0"/>
              <a:t>&lt;/script&gt;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&lt;/body&gt;</a:t>
            </a:r>
          </a:p>
          <a:p>
            <a:pPr marL="0" indent="0">
              <a:buNone/>
            </a:pPr>
            <a:r>
              <a:rPr lang="en-IN" dirty="0"/>
              <a:t>&lt;/html&gt;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35903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285FB-81C0-2334-8886-2A1FB7D55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Onclick Event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8A170-5476-A1CB-08B6-34D788D86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&lt;!DOCTYPE html&gt;</a:t>
            </a:r>
          </a:p>
          <a:p>
            <a:pPr marL="0" indent="0">
              <a:buNone/>
            </a:pPr>
            <a:r>
              <a:rPr lang="en-IN" dirty="0"/>
              <a:t>&lt;html&gt;</a:t>
            </a:r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r>
              <a:rPr lang="en-IN" dirty="0"/>
              <a:t>&lt;h1&gt;JavaScript HTML Events&lt;/h1&gt;</a:t>
            </a:r>
          </a:p>
          <a:p>
            <a:pPr marL="0" indent="0">
              <a:buNone/>
            </a:pPr>
            <a:r>
              <a:rPr lang="en-IN" dirty="0"/>
              <a:t>&lt;h2&gt;The onclick Attribute&lt;/h2&gt;</a:t>
            </a:r>
          </a:p>
          <a:p>
            <a:pPr marL="0" indent="0">
              <a:buNone/>
            </a:pPr>
            <a:r>
              <a:rPr lang="en-IN" dirty="0"/>
              <a:t>&lt;h2 onclick="</a:t>
            </a:r>
            <a:r>
              <a:rPr lang="en-IN" dirty="0" err="1"/>
              <a:t>this.innerHTML</a:t>
            </a:r>
            <a:r>
              <a:rPr lang="en-IN" dirty="0"/>
              <a:t>='</a:t>
            </a:r>
            <a:r>
              <a:rPr lang="en-IN" dirty="0" err="1"/>
              <a:t>Ooops</a:t>
            </a:r>
            <a:r>
              <a:rPr lang="en-IN" dirty="0"/>
              <a:t>!'"&gt;Click on this text!&lt;/h2&gt;</a:t>
            </a:r>
          </a:p>
          <a:p>
            <a:pPr marL="0" indent="0">
              <a:buNone/>
            </a:pPr>
            <a:r>
              <a:rPr lang="en-IN" dirty="0"/>
              <a:t>&lt;/body&gt;</a:t>
            </a:r>
          </a:p>
          <a:p>
            <a:pPr marL="0" indent="0">
              <a:buNone/>
            </a:pPr>
            <a:r>
              <a:rPr lang="en-IN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9677491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CF175-0BAC-803B-B6DB-446C8B2CB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Onclick function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A9C1D-98BB-8799-76AF-0FCF5612A8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&lt;!DOCTYPE html&gt;</a:t>
            </a:r>
          </a:p>
          <a:p>
            <a:pPr marL="0" indent="0">
              <a:buNone/>
            </a:pPr>
            <a:r>
              <a:rPr lang="en-IN" dirty="0"/>
              <a:t>&lt;html&gt;</a:t>
            </a:r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r>
              <a:rPr lang="en-IN" dirty="0"/>
              <a:t>&lt;h2 onclick="</a:t>
            </a:r>
            <a:r>
              <a:rPr lang="en-IN" dirty="0" err="1"/>
              <a:t>changeText</a:t>
            </a:r>
            <a:r>
              <a:rPr lang="en-IN" dirty="0"/>
              <a:t>(this)"&gt;Click on this text!&lt;/h2&gt;</a:t>
            </a:r>
          </a:p>
          <a:p>
            <a:pPr marL="0" indent="0">
              <a:buNone/>
            </a:pPr>
            <a:r>
              <a:rPr lang="en-IN" dirty="0"/>
              <a:t>&lt;script&gt;</a:t>
            </a:r>
          </a:p>
          <a:p>
            <a:pPr marL="0" indent="0">
              <a:buNone/>
            </a:pPr>
            <a:r>
              <a:rPr lang="en-IN" dirty="0"/>
              <a:t>function </a:t>
            </a:r>
            <a:r>
              <a:rPr lang="en-IN" dirty="0" err="1"/>
              <a:t>changeText</a:t>
            </a:r>
            <a:r>
              <a:rPr lang="en-IN" dirty="0"/>
              <a:t>(id) {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id.innerHTML</a:t>
            </a:r>
            <a:r>
              <a:rPr lang="en-IN" dirty="0"/>
              <a:t> = "</a:t>
            </a:r>
            <a:r>
              <a:rPr lang="en-IN" dirty="0" err="1"/>
              <a:t>Ooops</a:t>
            </a:r>
            <a:r>
              <a:rPr lang="en-IN" dirty="0"/>
              <a:t>!";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&lt;/script&gt;</a:t>
            </a:r>
          </a:p>
          <a:p>
            <a:pPr marL="0" indent="0">
              <a:buNone/>
            </a:pPr>
            <a:r>
              <a:rPr lang="en-IN" dirty="0"/>
              <a:t>&lt;/body&gt;</a:t>
            </a:r>
          </a:p>
          <a:p>
            <a:pPr marL="0" indent="0">
              <a:buNone/>
            </a:pPr>
            <a:r>
              <a:rPr lang="en-IN" dirty="0"/>
              <a:t>&lt;/html&gt;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05083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438F9-8DD2-C7A3-BCE5-4D7D500E0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Print on the 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380A6-3F39-0185-8158-34F9E273D5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&lt;!DOCTYPE html&gt;</a:t>
            </a:r>
          </a:p>
          <a:p>
            <a:pPr marL="0" indent="0">
              <a:buNone/>
            </a:pPr>
            <a:r>
              <a:rPr lang="en-US" dirty="0"/>
              <a:t>&lt;html&gt;</a:t>
            </a:r>
          </a:p>
          <a:p>
            <a:pPr marL="0" indent="0">
              <a:buNone/>
            </a:pPr>
            <a:r>
              <a:rPr lang="en-US" dirty="0"/>
              <a:t>&lt;body&gt;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&lt;h2&gt;The </a:t>
            </a:r>
            <a:r>
              <a:rPr lang="en-US" dirty="0" err="1"/>
              <a:t>window.print</a:t>
            </a:r>
            <a:r>
              <a:rPr lang="en-US" dirty="0"/>
              <a:t>() Method&lt;/h2&gt;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&lt;p&gt;Click the button to print the current page.&lt;/p&gt;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&lt;button onclick="</a:t>
            </a:r>
            <a:r>
              <a:rPr lang="en-US" dirty="0" err="1"/>
              <a:t>window.print</a:t>
            </a:r>
            <a:r>
              <a:rPr lang="en-US" dirty="0"/>
              <a:t>()"&gt;Print this page&lt;/button&gt;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&lt;/body&gt;</a:t>
            </a:r>
          </a:p>
          <a:p>
            <a:pPr marL="0" indent="0">
              <a:buNone/>
            </a:pPr>
            <a:r>
              <a:rPr lang="en-US" dirty="0"/>
              <a:t>&lt;/html&gt;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41805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FFEBF-59DC-12B1-E2E1-9863F2418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Creating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A6C9D-243B-9E6F-04D5-299CB5A2F1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dirty="0"/>
              <a:t>&lt;!DOCTYPE html&gt;</a:t>
            </a:r>
          </a:p>
          <a:p>
            <a:pPr marL="0" indent="0">
              <a:buNone/>
            </a:pPr>
            <a:r>
              <a:rPr lang="en-IN" dirty="0"/>
              <a:t>&lt;html&gt;</a:t>
            </a:r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r>
              <a:rPr lang="en-IN" dirty="0"/>
              <a:t>&lt;h2&gt;JavaScript Statements&lt;/h2&gt;</a:t>
            </a:r>
          </a:p>
          <a:p>
            <a:pPr marL="0" indent="0">
              <a:buNone/>
            </a:pPr>
            <a:r>
              <a:rPr lang="en-IN" dirty="0"/>
              <a:t>&lt;p&gt;JavaScript code blocks are written between { and }&lt;/p&gt;</a:t>
            </a:r>
          </a:p>
          <a:p>
            <a:pPr marL="0" indent="0">
              <a:buNone/>
            </a:pPr>
            <a:r>
              <a:rPr lang="en-IN" dirty="0"/>
              <a:t>&lt;button type="button" onclick="</a:t>
            </a:r>
            <a:r>
              <a:rPr lang="en-IN" dirty="0" err="1"/>
              <a:t>myFunction</a:t>
            </a:r>
            <a:r>
              <a:rPr lang="en-IN" dirty="0"/>
              <a:t>()"&gt;Click Me!&lt;/button&gt;</a:t>
            </a:r>
          </a:p>
          <a:p>
            <a:pPr marL="0" indent="0">
              <a:buNone/>
            </a:pPr>
            <a:r>
              <a:rPr lang="en-IN" dirty="0"/>
              <a:t>&lt;p id="demo1"&gt;&lt;/p&gt;</a:t>
            </a:r>
          </a:p>
          <a:p>
            <a:pPr marL="0" indent="0">
              <a:buNone/>
            </a:pPr>
            <a:r>
              <a:rPr lang="en-IN" dirty="0"/>
              <a:t>&lt;p id="demo2"&gt;&lt;/p&gt;</a:t>
            </a:r>
          </a:p>
          <a:p>
            <a:pPr marL="0" indent="0">
              <a:buNone/>
            </a:pPr>
            <a:r>
              <a:rPr lang="en-IN" dirty="0"/>
              <a:t>&lt;script&gt;</a:t>
            </a:r>
          </a:p>
          <a:p>
            <a:pPr marL="0" indent="0">
              <a:buNone/>
            </a:pPr>
            <a:r>
              <a:rPr lang="en-IN" dirty="0"/>
              <a:t>function </a:t>
            </a:r>
            <a:r>
              <a:rPr lang="en-IN" dirty="0" err="1"/>
              <a:t>myFunction</a:t>
            </a:r>
            <a:r>
              <a:rPr lang="en-IN" dirty="0"/>
              <a:t>() {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document.getElementById</a:t>
            </a:r>
            <a:r>
              <a:rPr lang="en-IN" dirty="0"/>
              <a:t>("demo1").</a:t>
            </a:r>
            <a:r>
              <a:rPr lang="en-IN" dirty="0" err="1"/>
              <a:t>innerHTML</a:t>
            </a:r>
            <a:r>
              <a:rPr lang="en-IN" dirty="0"/>
              <a:t> = "Hello Dolly!";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document.getElementById</a:t>
            </a:r>
            <a:r>
              <a:rPr lang="en-IN" dirty="0"/>
              <a:t>("demo2").</a:t>
            </a:r>
            <a:r>
              <a:rPr lang="en-IN" dirty="0" err="1"/>
              <a:t>innerHTML</a:t>
            </a:r>
            <a:r>
              <a:rPr lang="en-IN" dirty="0"/>
              <a:t> = "How are you?";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&lt;/script&gt;</a:t>
            </a:r>
          </a:p>
          <a:p>
            <a:pPr marL="0" indent="0">
              <a:buNone/>
            </a:pPr>
            <a:r>
              <a:rPr lang="en-IN" dirty="0"/>
              <a:t>&lt;/body&gt;</a:t>
            </a:r>
          </a:p>
          <a:p>
            <a:pPr marL="0" indent="0">
              <a:buNone/>
            </a:pPr>
            <a:r>
              <a:rPr lang="en-IN" dirty="0"/>
              <a:t>&lt;/html&gt;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66031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7BCD2-73F8-BDAC-DF07-9A01FFFC2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5657"/>
            <a:ext cx="6906208" cy="500130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dirty="0"/>
              <a:t>&lt;!DOCTYPE html&gt;</a:t>
            </a:r>
          </a:p>
          <a:p>
            <a:pPr marL="0" indent="0">
              <a:buNone/>
            </a:pPr>
            <a:r>
              <a:rPr lang="en-IN" sz="1600" dirty="0"/>
              <a:t>&lt;html&gt;</a:t>
            </a:r>
          </a:p>
          <a:p>
            <a:pPr marL="0" indent="0">
              <a:buNone/>
            </a:pPr>
            <a:r>
              <a:rPr lang="en-IN" sz="1600" dirty="0"/>
              <a:t>&lt;head&gt;</a:t>
            </a:r>
          </a:p>
          <a:p>
            <a:pPr marL="0" indent="0">
              <a:buNone/>
            </a:pPr>
            <a:r>
              <a:rPr lang="en-IN" sz="1600" dirty="0"/>
              <a:t>&lt;script&gt;</a:t>
            </a:r>
          </a:p>
          <a:p>
            <a:pPr marL="0" indent="0">
              <a:buNone/>
            </a:pPr>
            <a:r>
              <a:rPr lang="en-IN" sz="1600" dirty="0"/>
              <a:t>function </a:t>
            </a:r>
            <a:r>
              <a:rPr lang="en-IN" sz="1600" dirty="0" err="1"/>
              <a:t>myFunction</a:t>
            </a:r>
            <a:r>
              <a:rPr lang="en-IN" sz="1600" dirty="0"/>
              <a:t>() {</a:t>
            </a:r>
          </a:p>
          <a:p>
            <a:pPr marL="0" indent="0">
              <a:buNone/>
            </a:pPr>
            <a:r>
              <a:rPr lang="en-IN" sz="1600" dirty="0"/>
              <a:t>  </a:t>
            </a:r>
            <a:r>
              <a:rPr lang="en-IN" sz="1600" dirty="0" err="1"/>
              <a:t>document.getElementById</a:t>
            </a:r>
            <a:r>
              <a:rPr lang="en-IN" sz="1600" dirty="0"/>
              <a:t>("demo").</a:t>
            </a:r>
            <a:r>
              <a:rPr lang="en-IN" sz="1600" dirty="0" err="1"/>
              <a:t>innerHTML</a:t>
            </a:r>
            <a:r>
              <a:rPr lang="en-IN" sz="1600" dirty="0"/>
              <a:t> = "Paragraph changed.";</a:t>
            </a:r>
          </a:p>
          <a:p>
            <a:pPr marL="0" indent="0">
              <a:buNone/>
            </a:pPr>
            <a:r>
              <a:rPr lang="en-IN" sz="1600" dirty="0"/>
              <a:t>}</a:t>
            </a:r>
          </a:p>
          <a:p>
            <a:pPr marL="0" indent="0">
              <a:buNone/>
            </a:pPr>
            <a:r>
              <a:rPr lang="en-IN" sz="1600" dirty="0"/>
              <a:t>&lt;/script&gt;</a:t>
            </a:r>
          </a:p>
          <a:p>
            <a:pPr marL="0" indent="0">
              <a:buNone/>
            </a:pPr>
            <a:r>
              <a:rPr lang="en-IN" sz="1600" dirty="0"/>
              <a:t>&lt;/head&gt;</a:t>
            </a:r>
          </a:p>
          <a:p>
            <a:pPr marL="0" indent="0">
              <a:buNone/>
            </a:pPr>
            <a:r>
              <a:rPr lang="en-IN" sz="1600" dirty="0"/>
              <a:t>&lt;body&gt;</a:t>
            </a:r>
          </a:p>
          <a:p>
            <a:pPr marL="0" indent="0">
              <a:buNone/>
            </a:pPr>
            <a:r>
              <a:rPr lang="en-IN" sz="1600" dirty="0"/>
              <a:t>&lt;p id="demo"&gt;A Paragraph.&lt;/p&gt;</a:t>
            </a:r>
          </a:p>
          <a:p>
            <a:pPr marL="0" indent="0">
              <a:buNone/>
            </a:pPr>
            <a:r>
              <a:rPr lang="en-IN" sz="1600" dirty="0"/>
              <a:t>&lt;button type="button" onclick="</a:t>
            </a:r>
            <a:r>
              <a:rPr lang="en-IN" sz="1600" dirty="0" err="1"/>
              <a:t>myFunction</a:t>
            </a:r>
            <a:r>
              <a:rPr lang="en-IN" sz="1600" dirty="0"/>
              <a:t>()"&gt;Try it&lt;/button&gt;</a:t>
            </a:r>
          </a:p>
          <a:p>
            <a:pPr marL="0" indent="0">
              <a:buNone/>
            </a:pPr>
            <a:r>
              <a:rPr lang="en-IN" sz="1600" dirty="0"/>
              <a:t>&lt;/body&gt;</a:t>
            </a:r>
          </a:p>
          <a:p>
            <a:pPr marL="0" indent="0">
              <a:buNone/>
            </a:pPr>
            <a:r>
              <a:rPr lang="en-IN" sz="1600" dirty="0"/>
              <a:t>&lt;/html&gt; </a:t>
            </a:r>
          </a:p>
          <a:p>
            <a:pPr marL="0" indent="0">
              <a:buNone/>
            </a:pPr>
            <a:endParaRPr lang="en-IN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A0C18A-2BAD-97B6-4FF3-BF6A99FFC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639" y="526985"/>
            <a:ext cx="1867161" cy="13813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7AF814-008B-8E41-FC59-F3B8760AD2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639" y="2393696"/>
            <a:ext cx="2029108" cy="13241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501AE9F-F6A6-52FE-13C9-F2E9C256FDCE}"/>
              </a:ext>
            </a:extLst>
          </p:cNvPr>
          <p:cNvSpPr txBox="1"/>
          <p:nvPr/>
        </p:nvSpPr>
        <p:spPr>
          <a:xfrm>
            <a:off x="838200" y="435429"/>
            <a:ext cx="56714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Changing Content- Function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9438222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CAC83-9D35-08D6-08E8-D405D2DCB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 AND USE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5A60B0F-CD5F-4A0C-73F0-37280C7E49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1960" y="1440253"/>
            <a:ext cx="1146198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keyword was used in all JavaScript code from 1995 to 2015.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and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keywords were added to JavaScript in 2015.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keyword should only be used in code written for older browsers.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11313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03BAF-D068-69E2-9CDF-426F9CD76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617B117-3A12-F487-D383-ACF4BADA65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6204" y="2115081"/>
            <a:ext cx="9259592" cy="3772426"/>
          </a:xfrm>
        </p:spPr>
      </p:pic>
    </p:spTree>
    <p:extLst>
      <p:ext uri="{BB962C8B-B14F-4D97-AF65-F5344CB8AC3E}">
        <p14:creationId xmlns:p14="http://schemas.microsoft.com/office/powerpoint/2010/main" val="61208896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81605-214E-EFA8-87B2-D3A95F5D8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9713"/>
            <a:ext cx="10515600" cy="519724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1800" dirty="0"/>
              <a:t>&lt;!DOCTYPE html&gt;</a:t>
            </a:r>
          </a:p>
          <a:p>
            <a:pPr marL="0" indent="0">
              <a:buNone/>
            </a:pPr>
            <a:r>
              <a:rPr lang="en-IN" sz="1800" dirty="0"/>
              <a:t>&lt;html&gt;</a:t>
            </a:r>
          </a:p>
          <a:p>
            <a:pPr marL="0" indent="0">
              <a:buNone/>
            </a:pPr>
            <a:r>
              <a:rPr lang="en-IN" sz="1800" dirty="0"/>
              <a:t>&lt;body&gt;</a:t>
            </a:r>
          </a:p>
          <a:p>
            <a:pPr marL="0" indent="0">
              <a:buNone/>
            </a:pPr>
            <a:r>
              <a:rPr lang="en-IN" sz="1800" dirty="0"/>
              <a:t>&lt;h1&gt;JavaScript Variables&lt;/h1&gt;</a:t>
            </a:r>
          </a:p>
          <a:p>
            <a:pPr marL="0" indent="0">
              <a:buNone/>
            </a:pPr>
            <a:r>
              <a:rPr lang="en-IN" sz="1800" dirty="0"/>
              <a:t>&lt;p&gt;In this example, x, y, and z are variables.&lt;/p&gt;</a:t>
            </a:r>
          </a:p>
          <a:p>
            <a:pPr marL="0" indent="0">
              <a:buNone/>
            </a:pPr>
            <a:r>
              <a:rPr lang="en-IN" sz="1800" dirty="0"/>
              <a:t>&lt;p id="demo"&gt;&lt;/p&gt;</a:t>
            </a:r>
          </a:p>
          <a:p>
            <a:pPr marL="0" indent="0">
              <a:buNone/>
            </a:pPr>
            <a:r>
              <a:rPr lang="en-IN" sz="1800" dirty="0"/>
              <a:t>&lt;script&gt;</a:t>
            </a:r>
          </a:p>
          <a:p>
            <a:pPr marL="0" indent="0">
              <a:buNone/>
            </a:pPr>
            <a:r>
              <a:rPr lang="en-IN" sz="1800" dirty="0"/>
              <a:t>let x = 5;</a:t>
            </a:r>
          </a:p>
          <a:p>
            <a:pPr marL="0" indent="0">
              <a:buNone/>
            </a:pPr>
            <a:r>
              <a:rPr lang="en-IN" sz="1800" dirty="0"/>
              <a:t>let y = 6;</a:t>
            </a:r>
          </a:p>
          <a:p>
            <a:pPr marL="0" indent="0">
              <a:buNone/>
            </a:pPr>
            <a:r>
              <a:rPr lang="en-IN" sz="1800" dirty="0"/>
              <a:t>let z = x + y;</a:t>
            </a:r>
          </a:p>
          <a:p>
            <a:pPr marL="0" indent="0">
              <a:buNone/>
            </a:pPr>
            <a:r>
              <a:rPr lang="en-IN" sz="1800" dirty="0" err="1"/>
              <a:t>document.getElementById</a:t>
            </a:r>
            <a:r>
              <a:rPr lang="en-IN" sz="1800" dirty="0"/>
              <a:t>("demo").</a:t>
            </a:r>
            <a:r>
              <a:rPr lang="en-IN" sz="1800" dirty="0" err="1"/>
              <a:t>innerHTML</a:t>
            </a:r>
            <a:r>
              <a:rPr lang="en-IN" sz="1800" dirty="0"/>
              <a:t> =</a:t>
            </a:r>
          </a:p>
          <a:p>
            <a:pPr marL="0" indent="0">
              <a:buNone/>
            </a:pPr>
            <a:r>
              <a:rPr lang="en-IN" sz="1800" dirty="0"/>
              <a:t>"The value of z is: " + z;</a:t>
            </a:r>
          </a:p>
          <a:p>
            <a:pPr marL="0" indent="0">
              <a:buNone/>
            </a:pPr>
            <a:r>
              <a:rPr lang="en-IN" sz="1800" dirty="0"/>
              <a:t>&lt;/script&gt;</a:t>
            </a:r>
          </a:p>
          <a:p>
            <a:pPr marL="0" indent="0">
              <a:buNone/>
            </a:pPr>
            <a:r>
              <a:rPr lang="en-IN" sz="1800" dirty="0"/>
              <a:t>&lt;/body&gt;</a:t>
            </a:r>
          </a:p>
          <a:p>
            <a:pPr marL="0" indent="0">
              <a:buNone/>
            </a:pPr>
            <a:r>
              <a:rPr lang="en-IN" sz="1800" dirty="0"/>
              <a:t>&lt;/html&gt;</a:t>
            </a:r>
          </a:p>
          <a:p>
            <a:pPr marL="0" indent="0">
              <a:buNone/>
            </a:pPr>
            <a:endParaRPr lang="en-IN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521C61-ED55-09C6-4E91-926A21FFF51A}"/>
              </a:ext>
            </a:extLst>
          </p:cNvPr>
          <p:cNvSpPr txBox="1"/>
          <p:nvPr/>
        </p:nvSpPr>
        <p:spPr>
          <a:xfrm>
            <a:off x="1338943" y="381000"/>
            <a:ext cx="50836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USING LET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849523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4EF98-F806-2A10-F6EA-CA7A544D7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6800"/>
            <a:ext cx="10515600" cy="51101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&lt;!DOCTYPE html&gt;</a:t>
            </a:r>
          </a:p>
          <a:p>
            <a:pPr marL="0" indent="0">
              <a:buNone/>
            </a:pPr>
            <a:r>
              <a:rPr lang="en-IN" dirty="0"/>
              <a:t>&lt;html&gt;</a:t>
            </a:r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r>
              <a:rPr lang="en-IN" dirty="0"/>
              <a:t>&lt;h1&gt;JavaScript Variables&lt;/h1&gt;</a:t>
            </a:r>
          </a:p>
          <a:p>
            <a:pPr marL="0" indent="0">
              <a:buNone/>
            </a:pPr>
            <a:r>
              <a:rPr lang="en-IN" dirty="0"/>
              <a:t>&lt;p&gt;In this example, x, y, and z are variables.&lt;/p&gt;</a:t>
            </a:r>
          </a:p>
          <a:p>
            <a:pPr marL="0" indent="0">
              <a:buNone/>
            </a:pPr>
            <a:r>
              <a:rPr lang="en-IN" dirty="0"/>
              <a:t>&lt;p id="demo"&gt;&lt;/p&gt;</a:t>
            </a:r>
          </a:p>
          <a:p>
            <a:pPr marL="0" indent="0">
              <a:buNone/>
            </a:pPr>
            <a:r>
              <a:rPr lang="en-IN" dirty="0"/>
              <a:t>&lt;script&gt;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x = 5;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y = 6;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z = x + y;</a:t>
            </a:r>
          </a:p>
          <a:p>
            <a:pPr marL="0" indent="0">
              <a:buNone/>
            </a:pPr>
            <a:r>
              <a:rPr lang="en-IN" dirty="0" err="1"/>
              <a:t>document.getElementById</a:t>
            </a:r>
            <a:r>
              <a:rPr lang="en-IN" dirty="0"/>
              <a:t>("demo").</a:t>
            </a:r>
            <a:r>
              <a:rPr lang="en-IN" dirty="0" err="1"/>
              <a:t>innerHTML</a:t>
            </a:r>
            <a:r>
              <a:rPr lang="en-IN" dirty="0"/>
              <a:t> =</a:t>
            </a:r>
          </a:p>
          <a:p>
            <a:pPr marL="0" indent="0">
              <a:buNone/>
            </a:pPr>
            <a:r>
              <a:rPr lang="en-IN" dirty="0"/>
              <a:t>"The value of z is: " + z;</a:t>
            </a:r>
          </a:p>
          <a:p>
            <a:pPr marL="0" indent="0">
              <a:buNone/>
            </a:pPr>
            <a:r>
              <a:rPr lang="en-IN" dirty="0"/>
              <a:t>&lt;/script&gt;</a:t>
            </a:r>
          </a:p>
          <a:p>
            <a:pPr marL="0" indent="0">
              <a:buNone/>
            </a:pPr>
            <a:r>
              <a:rPr lang="en-IN" dirty="0"/>
              <a:t>&lt;/body&gt;</a:t>
            </a:r>
          </a:p>
          <a:p>
            <a:pPr marL="0" indent="0">
              <a:buNone/>
            </a:pPr>
            <a:r>
              <a:rPr lang="en-IN" dirty="0"/>
              <a:t>&lt;/html&gt;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4FB29F-713C-5900-D170-6A4B20295B6C}"/>
              </a:ext>
            </a:extLst>
          </p:cNvPr>
          <p:cNvSpPr txBox="1"/>
          <p:nvPr/>
        </p:nvSpPr>
        <p:spPr>
          <a:xfrm>
            <a:off x="990600" y="381000"/>
            <a:ext cx="3679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USING CONST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5759915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B4A93-C63D-77F4-A43D-4AFB5ADFCA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8057"/>
            <a:ext cx="10515600" cy="4848906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/>
              <a:t>&lt;!DOCTYPE html&gt;</a:t>
            </a:r>
          </a:p>
          <a:p>
            <a:pPr marL="0" indent="0">
              <a:buNone/>
            </a:pPr>
            <a:r>
              <a:rPr lang="en-IN" dirty="0"/>
              <a:t>&lt;html&gt;</a:t>
            </a:r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r>
              <a:rPr lang="en-IN" dirty="0"/>
              <a:t>&lt;h1&gt;JavaScript Variables&lt;/h1&gt;</a:t>
            </a:r>
          </a:p>
          <a:p>
            <a:pPr marL="0" indent="0">
              <a:buNone/>
            </a:pPr>
            <a:r>
              <a:rPr lang="en-IN" dirty="0"/>
              <a:t>&lt;p&gt;In this example, price1, price2, and total are variables.&lt;/p&gt;</a:t>
            </a:r>
          </a:p>
          <a:p>
            <a:pPr marL="0" indent="0">
              <a:buNone/>
            </a:pPr>
            <a:r>
              <a:rPr lang="en-IN" dirty="0"/>
              <a:t>&lt;p id="demo"&gt;&lt;/p&gt;</a:t>
            </a:r>
          </a:p>
          <a:p>
            <a:pPr marL="0" indent="0">
              <a:buNone/>
            </a:pPr>
            <a:r>
              <a:rPr lang="en-IN" dirty="0"/>
              <a:t>&lt;script&gt;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price1 = 5;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price2 = 6;</a:t>
            </a:r>
          </a:p>
          <a:p>
            <a:pPr marL="0" indent="0">
              <a:buNone/>
            </a:pPr>
            <a:r>
              <a:rPr lang="en-IN" dirty="0"/>
              <a:t>let total = price1 + price2;</a:t>
            </a:r>
          </a:p>
          <a:p>
            <a:pPr marL="0" indent="0">
              <a:buNone/>
            </a:pPr>
            <a:r>
              <a:rPr lang="en-IN" dirty="0" err="1"/>
              <a:t>document.getElementById</a:t>
            </a:r>
            <a:r>
              <a:rPr lang="en-IN" dirty="0"/>
              <a:t>("demo").</a:t>
            </a:r>
            <a:r>
              <a:rPr lang="en-IN" dirty="0" err="1"/>
              <a:t>innerHTML</a:t>
            </a:r>
            <a:r>
              <a:rPr lang="en-IN" dirty="0"/>
              <a:t> =</a:t>
            </a:r>
          </a:p>
          <a:p>
            <a:pPr marL="0" indent="0">
              <a:buNone/>
            </a:pPr>
            <a:r>
              <a:rPr lang="en-IN" dirty="0"/>
              <a:t>"The total is: " + total;</a:t>
            </a:r>
          </a:p>
          <a:p>
            <a:pPr marL="0" indent="0">
              <a:buNone/>
            </a:pPr>
            <a:r>
              <a:rPr lang="en-IN" dirty="0"/>
              <a:t>&lt;/script&gt;</a:t>
            </a:r>
          </a:p>
          <a:p>
            <a:pPr marL="0" indent="0">
              <a:buNone/>
            </a:pPr>
            <a:r>
              <a:rPr lang="en-IN" dirty="0"/>
              <a:t>&lt;/body&gt;</a:t>
            </a:r>
          </a:p>
          <a:p>
            <a:pPr marL="0" indent="0">
              <a:buNone/>
            </a:pPr>
            <a:r>
              <a:rPr lang="en-IN" dirty="0"/>
              <a:t>&lt;/html&gt;</a:t>
            </a:r>
          </a:p>
          <a:p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FD8C1C-594C-EB91-CEE1-A33611CB251A}"/>
              </a:ext>
            </a:extLst>
          </p:cNvPr>
          <p:cNvSpPr txBox="1"/>
          <p:nvPr/>
        </p:nvSpPr>
        <p:spPr>
          <a:xfrm>
            <a:off x="783771" y="457200"/>
            <a:ext cx="5410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Addition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71470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8A894-02D3-4E63-CE7D-C488768BD0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1743"/>
            <a:ext cx="10515600" cy="529522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&lt;!DOCTYPE html&gt;</a:t>
            </a:r>
          </a:p>
          <a:p>
            <a:pPr marL="0" indent="0">
              <a:buNone/>
            </a:pPr>
            <a:r>
              <a:rPr lang="en-IN" dirty="0"/>
              <a:t>&lt;html&gt;</a:t>
            </a:r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r>
              <a:rPr lang="en-IN" dirty="0"/>
              <a:t>&lt;h1&gt;JavaScript Variables&lt;/h1&gt;</a:t>
            </a:r>
          </a:p>
          <a:p>
            <a:pPr marL="0" indent="0">
              <a:buNone/>
            </a:pPr>
            <a:r>
              <a:rPr lang="en-IN" dirty="0"/>
              <a:t>&lt;p&gt;Create a variable, assign a value to it, and display it:&lt;/p&gt;</a:t>
            </a:r>
          </a:p>
          <a:p>
            <a:pPr marL="0" indent="0">
              <a:buNone/>
            </a:pPr>
            <a:r>
              <a:rPr lang="en-IN" dirty="0"/>
              <a:t>&lt;p id="demo"&gt;&lt;/p&gt;</a:t>
            </a:r>
          </a:p>
          <a:p>
            <a:pPr marL="0" indent="0">
              <a:buNone/>
            </a:pPr>
            <a:r>
              <a:rPr lang="en-IN" dirty="0"/>
              <a:t>&lt;script&gt;</a:t>
            </a:r>
          </a:p>
          <a:p>
            <a:pPr marL="0" indent="0">
              <a:buNone/>
            </a:pPr>
            <a:r>
              <a:rPr lang="en-IN" dirty="0"/>
              <a:t>let </a:t>
            </a:r>
            <a:r>
              <a:rPr lang="en-IN" dirty="0" err="1"/>
              <a:t>carName</a:t>
            </a:r>
            <a:r>
              <a:rPr lang="en-IN" dirty="0"/>
              <a:t> = "Volvo";</a:t>
            </a:r>
          </a:p>
          <a:p>
            <a:pPr marL="0" indent="0">
              <a:buNone/>
            </a:pPr>
            <a:r>
              <a:rPr lang="en-IN" dirty="0" err="1"/>
              <a:t>document.getElementById</a:t>
            </a:r>
            <a:r>
              <a:rPr lang="en-IN" dirty="0"/>
              <a:t>("demo").</a:t>
            </a:r>
            <a:r>
              <a:rPr lang="en-IN" dirty="0" err="1"/>
              <a:t>innerHTML</a:t>
            </a:r>
            <a:r>
              <a:rPr lang="en-IN" dirty="0"/>
              <a:t> = </a:t>
            </a:r>
            <a:r>
              <a:rPr lang="en-IN" dirty="0" err="1"/>
              <a:t>carName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&lt;/script&gt;</a:t>
            </a:r>
          </a:p>
          <a:p>
            <a:pPr marL="0" indent="0">
              <a:buNone/>
            </a:pPr>
            <a:r>
              <a:rPr lang="en-IN" dirty="0"/>
              <a:t>&lt;/body&gt;</a:t>
            </a:r>
          </a:p>
          <a:p>
            <a:pPr marL="0" indent="0">
              <a:buNone/>
            </a:pPr>
            <a:r>
              <a:rPr lang="en-IN" dirty="0"/>
              <a:t>&lt;/html&gt;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A2B3A3-73FE-F38A-BD64-7422FD3735FD}"/>
              </a:ext>
            </a:extLst>
          </p:cNvPr>
          <p:cNvSpPr txBox="1"/>
          <p:nvPr/>
        </p:nvSpPr>
        <p:spPr>
          <a:xfrm>
            <a:off x="1175657" y="239486"/>
            <a:ext cx="6553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Using Variables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2739621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483C7-EB28-C7ED-FDC3-E0DA97C6F4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5845"/>
            <a:ext cx="10515600" cy="4761118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dirty="0"/>
              <a:t>&lt;!DOCTYPE html&gt;</a:t>
            </a:r>
          </a:p>
          <a:p>
            <a:pPr marL="0" indent="0">
              <a:buNone/>
            </a:pPr>
            <a:r>
              <a:rPr lang="en-IN" dirty="0"/>
              <a:t>&lt;html&gt;</a:t>
            </a:r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r>
              <a:rPr lang="en-IN" dirty="0"/>
              <a:t>&lt;h2&gt;Redeclaring a Variable Using let&lt;/h2&gt;</a:t>
            </a:r>
          </a:p>
          <a:p>
            <a:pPr marL="0" indent="0">
              <a:buNone/>
            </a:pPr>
            <a:r>
              <a:rPr lang="en-IN" dirty="0"/>
              <a:t>&lt;p id="demo"&gt;&lt;/p&gt;</a:t>
            </a:r>
          </a:p>
          <a:p>
            <a:pPr marL="0" indent="0">
              <a:buNone/>
            </a:pPr>
            <a:r>
              <a:rPr lang="en-IN" dirty="0"/>
              <a:t>&lt;script&gt;</a:t>
            </a:r>
          </a:p>
          <a:p>
            <a:pPr marL="0" indent="0">
              <a:buNone/>
            </a:pPr>
            <a:r>
              <a:rPr lang="en-IN" dirty="0"/>
              <a:t>let  x = 10;</a:t>
            </a:r>
          </a:p>
          <a:p>
            <a:pPr marL="0" indent="0">
              <a:buNone/>
            </a:pPr>
            <a:r>
              <a:rPr lang="en-IN" dirty="0"/>
              <a:t>// Here x is 10</a:t>
            </a:r>
          </a:p>
          <a:p>
            <a:pPr marL="0" indent="0">
              <a:buNone/>
            </a:pPr>
            <a:r>
              <a:rPr lang="en-IN" dirty="0"/>
              <a:t>{  </a:t>
            </a:r>
          </a:p>
          <a:p>
            <a:pPr marL="0" indent="0">
              <a:buNone/>
            </a:pPr>
            <a:r>
              <a:rPr lang="en-IN" dirty="0"/>
              <a:t>  let x = 2;</a:t>
            </a:r>
          </a:p>
          <a:p>
            <a:pPr marL="0" indent="0">
              <a:buNone/>
            </a:pPr>
            <a:r>
              <a:rPr lang="en-IN" dirty="0"/>
              <a:t>  // Here x is 2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// Here x is 10</a:t>
            </a:r>
          </a:p>
          <a:p>
            <a:pPr marL="0" indent="0">
              <a:buNone/>
            </a:pPr>
            <a:r>
              <a:rPr lang="en-IN" dirty="0" err="1"/>
              <a:t>document.getElementById</a:t>
            </a:r>
            <a:r>
              <a:rPr lang="en-IN" dirty="0"/>
              <a:t>("demo").</a:t>
            </a:r>
            <a:r>
              <a:rPr lang="en-IN" dirty="0" err="1"/>
              <a:t>innerHTML</a:t>
            </a:r>
            <a:r>
              <a:rPr lang="en-IN" dirty="0"/>
              <a:t> = x;</a:t>
            </a:r>
          </a:p>
          <a:p>
            <a:pPr marL="0" indent="0">
              <a:buNone/>
            </a:pPr>
            <a:r>
              <a:rPr lang="en-IN" dirty="0"/>
              <a:t>&lt;/script&gt;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&lt;/body&gt;</a:t>
            </a:r>
          </a:p>
          <a:p>
            <a:pPr marL="0" indent="0">
              <a:buNone/>
            </a:pPr>
            <a:r>
              <a:rPr lang="en-IN" dirty="0"/>
              <a:t>&lt;/html&gt;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4A0187-D3FC-5122-4677-76A48C1540D3}"/>
              </a:ext>
            </a:extLst>
          </p:cNvPr>
          <p:cNvSpPr txBox="1"/>
          <p:nvPr/>
        </p:nvSpPr>
        <p:spPr>
          <a:xfrm>
            <a:off x="2212258" y="393290"/>
            <a:ext cx="4758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SCOPE</a:t>
            </a:r>
          </a:p>
        </p:txBody>
      </p:sp>
    </p:spTree>
    <p:extLst>
      <p:ext uri="{BB962C8B-B14F-4D97-AF65-F5344CB8AC3E}">
        <p14:creationId xmlns:p14="http://schemas.microsoft.com/office/powerpoint/2010/main" val="24379457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CD32C-700A-EFE6-CD9E-D74307A8C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 of Let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761B65-5163-9D64-2D28-673559D1CE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646628"/>
            <a:ext cx="10515600" cy="2709332"/>
          </a:xfrm>
        </p:spPr>
      </p:pic>
    </p:spTree>
    <p:extLst>
      <p:ext uri="{BB962C8B-B14F-4D97-AF65-F5344CB8AC3E}">
        <p14:creationId xmlns:p14="http://schemas.microsoft.com/office/powerpoint/2010/main" val="41434534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DD05D-3655-630F-5A85-BE28C11B0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612"/>
            <a:ext cx="10515600" cy="5990351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/>
              <a:t>&lt;!DOCTYPE html&gt;</a:t>
            </a:r>
          </a:p>
          <a:p>
            <a:pPr marL="0" indent="0">
              <a:buNone/>
            </a:pPr>
            <a:r>
              <a:rPr lang="en-IN" dirty="0"/>
              <a:t>&lt;html&gt;</a:t>
            </a:r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r>
              <a:rPr lang="en-IN" dirty="0"/>
              <a:t>&lt;h2&gt;Redeclaring a Variable Using var&lt;/h2&gt;</a:t>
            </a:r>
          </a:p>
          <a:p>
            <a:pPr marL="0" indent="0">
              <a:buNone/>
            </a:pPr>
            <a:r>
              <a:rPr lang="en-IN" dirty="0"/>
              <a:t>&lt;p id="demo"&gt;&lt;/p&gt;</a:t>
            </a:r>
          </a:p>
          <a:p>
            <a:pPr marL="0" indent="0">
              <a:buNone/>
            </a:pPr>
            <a:r>
              <a:rPr lang="en-IN" dirty="0"/>
              <a:t>&lt;script&gt;</a:t>
            </a:r>
          </a:p>
          <a:p>
            <a:pPr marL="0" indent="0">
              <a:buNone/>
            </a:pPr>
            <a:r>
              <a:rPr lang="en-IN" dirty="0"/>
              <a:t>var  x = 10;</a:t>
            </a:r>
          </a:p>
          <a:p>
            <a:pPr marL="0" indent="0">
              <a:buNone/>
            </a:pPr>
            <a:r>
              <a:rPr lang="en-IN" dirty="0"/>
              <a:t>// Here x is 10</a:t>
            </a:r>
          </a:p>
          <a:p>
            <a:pPr marL="0" indent="0">
              <a:buNone/>
            </a:pPr>
            <a:r>
              <a:rPr lang="en-IN" dirty="0"/>
              <a:t>{  </a:t>
            </a:r>
          </a:p>
          <a:p>
            <a:pPr marL="0" indent="0">
              <a:buNone/>
            </a:pPr>
            <a:r>
              <a:rPr lang="en-IN" dirty="0"/>
              <a:t>var x = 2;</a:t>
            </a:r>
          </a:p>
          <a:p>
            <a:pPr marL="0" indent="0">
              <a:buNone/>
            </a:pPr>
            <a:r>
              <a:rPr lang="en-IN" dirty="0"/>
              <a:t>// Here x is 2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// Here x is 2</a:t>
            </a:r>
          </a:p>
          <a:p>
            <a:pPr marL="0" indent="0">
              <a:buNone/>
            </a:pPr>
            <a:r>
              <a:rPr lang="en-IN" dirty="0" err="1"/>
              <a:t>document.getElementById</a:t>
            </a:r>
            <a:r>
              <a:rPr lang="en-IN" dirty="0"/>
              <a:t>("demo").</a:t>
            </a:r>
            <a:r>
              <a:rPr lang="en-IN" dirty="0" err="1"/>
              <a:t>innerHTML</a:t>
            </a:r>
            <a:r>
              <a:rPr lang="en-IN" dirty="0"/>
              <a:t> = x;</a:t>
            </a:r>
          </a:p>
          <a:p>
            <a:pPr marL="0" indent="0">
              <a:buNone/>
            </a:pPr>
            <a:r>
              <a:rPr lang="en-IN" dirty="0"/>
              <a:t>&lt;/script&gt;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&lt;/body&gt;</a:t>
            </a:r>
          </a:p>
          <a:p>
            <a:pPr marL="0" indent="0">
              <a:buNone/>
            </a:pPr>
            <a:r>
              <a:rPr lang="en-IN" dirty="0"/>
              <a:t>&lt;/html&gt;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146575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2D17E-35C1-2999-E0A0-D92C13F69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44896EC-2C42-9770-FFFE-584F626B9A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0339" y="1825625"/>
            <a:ext cx="9731321" cy="4351338"/>
          </a:xfrm>
        </p:spPr>
      </p:pic>
    </p:spTree>
    <p:extLst>
      <p:ext uri="{BB962C8B-B14F-4D97-AF65-F5344CB8AC3E}">
        <p14:creationId xmlns:p14="http://schemas.microsoft.com/office/powerpoint/2010/main" val="141139194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626F8-1D7F-5F55-0CAA-5B0EF01BC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Area of a Circle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5B92B-262D-AABA-C6CB-3736ED642D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6029"/>
            <a:ext cx="10515600" cy="4750934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&lt;html&gt;</a:t>
            </a:r>
          </a:p>
          <a:p>
            <a:pPr marL="0" indent="0">
              <a:buNone/>
            </a:pPr>
            <a:r>
              <a:rPr lang="en-US" dirty="0"/>
              <a:t>&lt;head&gt;</a:t>
            </a:r>
          </a:p>
          <a:p>
            <a:pPr marL="0" indent="0">
              <a:buNone/>
            </a:pPr>
            <a:r>
              <a:rPr lang="en-US" dirty="0"/>
              <a:t>&lt;/head&gt;</a:t>
            </a:r>
          </a:p>
          <a:p>
            <a:pPr marL="0" indent="0">
              <a:buNone/>
            </a:pPr>
            <a:r>
              <a:rPr lang="en-US" dirty="0"/>
              <a:t>&lt;body&gt;</a:t>
            </a:r>
          </a:p>
          <a:p>
            <a:pPr marL="0" indent="0">
              <a:buNone/>
            </a:pPr>
            <a:r>
              <a:rPr lang="en-US" dirty="0"/>
              <a:t>&lt;script&gt;</a:t>
            </a:r>
          </a:p>
          <a:p>
            <a:pPr marL="0" indent="0">
              <a:buNone/>
            </a:pPr>
            <a:r>
              <a:rPr lang="en-US" dirty="0"/>
              <a:t>function area(){</a:t>
            </a:r>
          </a:p>
          <a:p>
            <a:pPr marL="0" indent="0">
              <a:buNone/>
            </a:pPr>
            <a:r>
              <a:rPr lang="en-US" dirty="0"/>
              <a:t>var a=10;</a:t>
            </a:r>
          </a:p>
          <a:p>
            <a:pPr marL="0" indent="0">
              <a:buNone/>
            </a:pPr>
            <a:r>
              <a:rPr lang="en-US" dirty="0"/>
              <a:t>var c=a*a;//It adds values of a and b variable </a:t>
            </a:r>
          </a:p>
          <a:p>
            <a:pPr marL="0" indent="0">
              <a:buNone/>
            </a:pPr>
            <a:r>
              <a:rPr lang="en-US" dirty="0" err="1"/>
              <a:t>document.write</a:t>
            </a:r>
            <a:r>
              <a:rPr lang="en-US" dirty="0"/>
              <a:t>(c);//prints sum of 10 and 20 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&lt;/script&gt;</a:t>
            </a:r>
          </a:p>
          <a:p>
            <a:pPr marL="0" indent="0">
              <a:buNone/>
            </a:pPr>
            <a:r>
              <a:rPr lang="en-US" dirty="0"/>
              <a:t>&lt;p id="my"&gt;&lt;/p&gt;</a:t>
            </a:r>
          </a:p>
          <a:p>
            <a:pPr marL="0" indent="0">
              <a:buNone/>
            </a:pPr>
            <a:r>
              <a:rPr lang="en-US" dirty="0"/>
              <a:t>&lt;button onclick="area()"&gt;Area&lt;/button&gt;</a:t>
            </a:r>
          </a:p>
          <a:p>
            <a:pPr marL="0" indent="0">
              <a:buNone/>
            </a:pPr>
            <a:r>
              <a:rPr lang="en-US" dirty="0"/>
              <a:t>&lt;/body&gt;</a:t>
            </a:r>
          </a:p>
          <a:p>
            <a:pPr marL="0" indent="0">
              <a:buNone/>
            </a:pPr>
            <a:r>
              <a:rPr lang="en-US" dirty="0"/>
              <a:t>&lt;/html&gt;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677264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4B34A-E2A8-F636-93BA-E00E622F9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New 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55CA8-BD16-BBAF-05C7-1B42EB818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document.write</a:t>
            </a:r>
            <a:r>
              <a:rPr lang="en-IN" dirty="0"/>
              <a:t>("&lt;</a:t>
            </a:r>
            <a:r>
              <a:rPr lang="en-IN" dirty="0" err="1"/>
              <a:t>br</a:t>
            </a:r>
            <a:r>
              <a:rPr lang="en-IN" dirty="0"/>
              <a:t>&gt;");</a:t>
            </a:r>
          </a:p>
          <a:p>
            <a:r>
              <a:rPr lang="en-IN" dirty="0" err="1"/>
              <a:t>document.writeln</a:t>
            </a:r>
            <a:r>
              <a:rPr lang="en-IN" dirty="0"/>
              <a:t>("Hello World!");</a:t>
            </a:r>
          </a:p>
        </p:txBody>
      </p:sp>
    </p:spTree>
    <p:extLst>
      <p:ext uri="{BB962C8B-B14F-4D97-AF65-F5344CB8AC3E}">
        <p14:creationId xmlns:p14="http://schemas.microsoft.com/office/powerpoint/2010/main" val="399193962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38F5A-C7C0-B2E2-45CD-74B43AFD6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JavaScript has 8 Datatypes</a:t>
            </a:r>
            <a:b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8D5F2-F200-7F5B-4500-2BD9AC769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String</a:t>
            </a:r>
            <a:b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Number</a:t>
            </a:r>
            <a:b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</a:br>
            <a:r>
              <a:rPr lang="en-US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Bigint</a:t>
            </a:r>
            <a:b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Boolean</a:t>
            </a:r>
            <a:b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Undefined</a:t>
            </a:r>
            <a:b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Null</a:t>
            </a:r>
            <a:b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Symbol</a:t>
            </a:r>
            <a:b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Object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213873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35FD3-64A3-37AD-AC30-E88A63F63D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Numbers:</a:t>
            </a:r>
            <a:br>
              <a:rPr lang="en-IN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IN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length = </a:t>
            </a:r>
            <a:r>
              <a:rPr lang="en-IN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16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IN" dirty="0"/>
            </a:br>
            <a:r>
              <a:rPr lang="en-IN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weight = </a:t>
            </a:r>
            <a:r>
              <a:rPr lang="en-IN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7.5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IN" dirty="0"/>
            </a:br>
            <a:br>
              <a:rPr lang="en-IN" dirty="0"/>
            </a:br>
            <a:r>
              <a:rPr lang="en-IN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Strings:</a:t>
            </a:r>
            <a:br>
              <a:rPr lang="en-IN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IN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 </a:t>
            </a:r>
            <a:r>
              <a:rPr lang="en-IN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"Yellow"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IN" dirty="0"/>
            </a:br>
            <a:r>
              <a:rPr lang="en-IN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lastName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 </a:t>
            </a:r>
            <a:r>
              <a:rPr lang="en-IN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"Johnson"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IN" dirty="0"/>
            </a:br>
            <a:br>
              <a:rPr lang="en-IN" dirty="0"/>
            </a:br>
            <a:r>
              <a:rPr lang="en-IN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Booleans</a:t>
            </a:r>
            <a:br>
              <a:rPr lang="en-IN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IN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x = </a:t>
            </a:r>
            <a:r>
              <a:rPr lang="en-IN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IN" dirty="0"/>
            </a:br>
            <a:r>
              <a:rPr lang="en-IN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y = </a:t>
            </a:r>
            <a:r>
              <a:rPr lang="en-IN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IN" dirty="0"/>
            </a:br>
            <a:br>
              <a:rPr lang="en-IN" dirty="0"/>
            </a:br>
            <a:r>
              <a:rPr lang="en-IN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Object:</a:t>
            </a:r>
            <a:br>
              <a:rPr lang="en-IN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IN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person = {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firstName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"John"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lastName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"Doe"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en-IN" dirty="0"/>
            </a:br>
            <a:br>
              <a:rPr lang="en-IN" dirty="0"/>
            </a:br>
            <a:r>
              <a:rPr lang="en-IN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Array object:</a:t>
            </a:r>
            <a:br>
              <a:rPr lang="en-IN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IN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cars = [</a:t>
            </a:r>
            <a:r>
              <a:rPr lang="en-IN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"Saab"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"Volvo"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"BMW"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br>
              <a:rPr lang="en-IN" dirty="0"/>
            </a:br>
            <a:br>
              <a:rPr lang="en-IN" dirty="0"/>
            </a:br>
            <a:r>
              <a:rPr lang="en-IN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Date object:</a:t>
            </a:r>
            <a:br>
              <a:rPr lang="en-IN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</a:br>
            <a:r>
              <a:rPr lang="en-IN" b="0" i="0" dirty="0" err="1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date = </a:t>
            </a:r>
            <a:r>
              <a:rPr lang="en-IN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Date(</a:t>
            </a:r>
            <a:r>
              <a:rPr lang="en-IN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"2022-03-25"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342543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EA754-DDD3-972F-9BA5-65AA77FAF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JavaScript Numbers</a:t>
            </a:r>
            <a:b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B23D9-2725-7C9C-324A-1DFAABAE73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 JavaScript numbers are stored as decimal numbers (floating point).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Numbers can be written with, or without decimals: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809044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769B2-2AE3-0846-D670-D4C57AC9D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Exponential Notation</a:t>
            </a:r>
            <a:b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AD1ED-F924-3D5B-601B-500ADA738F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Extra large or extra small numbers can be written with scientific (exponential) notation:</a:t>
            </a:r>
          </a:p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en-US" b="0" i="0" dirty="0">
                <a:solidFill>
                  <a:srgbClr val="005CC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let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y = </a:t>
            </a:r>
            <a:r>
              <a:rPr lang="en-US" b="0" i="0" dirty="0">
                <a:solidFill>
                  <a:srgbClr val="99005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123e5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    </a:t>
            </a:r>
            <a:r>
              <a:rPr lang="en-US" b="0" i="0" dirty="0">
                <a:solidFill>
                  <a:srgbClr val="70809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12300000</a:t>
            </a:r>
            <a:br>
              <a:rPr lang="en-US" b="0" i="0" dirty="0">
                <a:solidFill>
                  <a:srgbClr val="70809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0" i="0" dirty="0">
                <a:solidFill>
                  <a:srgbClr val="005CC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let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z = </a:t>
            </a:r>
            <a:r>
              <a:rPr lang="en-US" b="0" i="0" dirty="0">
                <a:solidFill>
                  <a:srgbClr val="99005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123e-5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   </a:t>
            </a:r>
            <a:r>
              <a:rPr lang="en-US" b="0" i="0" dirty="0">
                <a:solidFill>
                  <a:srgbClr val="70809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0.00123</a:t>
            </a:r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579976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5A950-AF74-A780-A397-5932496AC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960" y="18255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Exponential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127C1-C9C2-B646-AD6C-7008D878E9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4904"/>
            <a:ext cx="10515600" cy="555053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&lt;html&gt;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&lt;body&gt;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&lt;h2&gt;JavaScript Numbers&lt;/h2&gt;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&lt;p&gt;Extra large or extra small numbers can be written with scientific (exponential) notation:&lt;/p&gt;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&lt;p id="demo"&gt;&lt;/p&gt;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&lt;script&gt;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let y = 123e5;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let z = 123e-5;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document.getElementById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("demo").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innerHTML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y + "&lt;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&gt;" + z;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&lt;/script&gt;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&lt;/body&gt;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276132943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B24B1-BFED-5A35-DE9F-3E30993A3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760" y="46037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FC277-DEF7-4AB2-C05F-7CF1873C95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6480"/>
            <a:ext cx="10515600" cy="56388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&lt;html&gt;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&lt;body&gt;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&lt;h2&gt;JavaScript Booleans&lt;/h2&gt;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&lt;p&gt;Booleans can have two values: true or false:&lt;/p&gt;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&lt;p id="demo"&gt;&lt;/p&gt;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&lt;script&gt;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let x = 5;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let y = 5;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let z = 6;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document.getElementById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("demo").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innerHTML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(x == y) + "&lt;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&gt;" + (x == z);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&lt;/script&gt;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&lt;/body&gt;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&lt;/html&gt;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7812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DFA86D12D1B014DB198FAB3E37B07B9" ma:contentTypeVersion="4" ma:contentTypeDescription="Create a new document." ma:contentTypeScope="" ma:versionID="15e152072294d46d781187ed6762cd44">
  <xsd:schema xmlns:xsd="http://www.w3.org/2001/XMLSchema" xmlns:xs="http://www.w3.org/2001/XMLSchema" xmlns:p="http://schemas.microsoft.com/office/2006/metadata/properties" xmlns:ns2="9ef65180-3060-485a-9b44-d87fe391d260" targetNamespace="http://schemas.microsoft.com/office/2006/metadata/properties" ma:root="true" ma:fieldsID="9fcb60f28bcbccb28401cdf720a328c1" ns2:_="">
    <xsd:import namespace="9ef65180-3060-485a-9b44-d87fe391d2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f65180-3060-485a-9b44-d87fe391d26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CE20A8A-F85C-4E96-B837-FBA67588E8EF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E846481-E7C2-490D-A8CE-CA94C4240B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ef65180-3060-485a-9b44-d87fe391d26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DB2CAE1-38C3-42EA-B7B4-43DB4DB10E0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1005</TotalTime>
  <Words>3691</Words>
  <Application>Microsoft Office PowerPoint</Application>
  <PresentationFormat>Widescreen</PresentationFormat>
  <Paragraphs>580</Paragraphs>
  <Slides>55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5" baseType="lpstr">
      <vt:lpstr>Aptos</vt:lpstr>
      <vt:lpstr>Aptos Display</vt:lpstr>
      <vt:lpstr>Arial</vt:lpstr>
      <vt:lpstr>Arial Unicode MS</vt:lpstr>
      <vt:lpstr>Consolas</vt:lpstr>
      <vt:lpstr>Nunito</vt:lpstr>
      <vt:lpstr>Segoe UI</vt:lpstr>
      <vt:lpstr>Times New Roman</vt:lpstr>
      <vt:lpstr>Verdana</vt:lpstr>
      <vt:lpstr>Office Theme</vt:lpstr>
      <vt:lpstr>Unit 5</vt:lpstr>
      <vt:lpstr>What is JavaScript ? </vt:lpstr>
      <vt:lpstr>🔹 Client-Side Development </vt:lpstr>
      <vt:lpstr>🔹 Server-Side Development </vt:lpstr>
      <vt:lpstr>PowerPoint Presentation</vt:lpstr>
      <vt:lpstr>🔹 Strongly Typed Language </vt:lpstr>
      <vt:lpstr>🔹 Weakly Typed Language </vt:lpstr>
      <vt:lpstr>Imperative Programming </vt:lpstr>
      <vt:lpstr>🔹 Declarative Programming </vt:lpstr>
      <vt:lpstr>Example</vt:lpstr>
      <vt:lpstr>How to Link JavaScript File in HTML ? </vt:lpstr>
      <vt:lpstr>History of JavaScript </vt:lpstr>
      <vt:lpstr>PowerPoint Presentation</vt:lpstr>
      <vt:lpstr>Finding HTML Elements   </vt:lpstr>
      <vt:lpstr>Tag Name</vt:lpstr>
      <vt:lpstr>Class Name</vt:lpstr>
      <vt:lpstr>Alert!!!</vt:lpstr>
      <vt:lpstr>The DOM Programming Interface </vt:lpstr>
      <vt:lpstr>MAKING CONTENT INVISIBLE- DOM(HTML)</vt:lpstr>
      <vt:lpstr>Change Content</vt:lpstr>
      <vt:lpstr>Changing Image – DOM(HTML)</vt:lpstr>
      <vt:lpstr>Changing CSS</vt:lpstr>
      <vt:lpstr>Write Calculations</vt:lpstr>
      <vt:lpstr>Print Addition Using Javascript</vt:lpstr>
      <vt:lpstr>Window Alert</vt:lpstr>
      <vt:lpstr>Alert! USING SCRIPT TAG</vt:lpstr>
      <vt:lpstr>PowerPoint Presentation</vt:lpstr>
      <vt:lpstr>Script Inside Body- CHANGING CONTENT</vt:lpstr>
      <vt:lpstr>PowerPoint Presentation</vt:lpstr>
      <vt:lpstr>PowerPoint Presentation</vt:lpstr>
      <vt:lpstr>Date and Time</vt:lpstr>
      <vt:lpstr>Dynamic Content- DOM</vt:lpstr>
      <vt:lpstr>Onclick Event</vt:lpstr>
      <vt:lpstr>Onclick function</vt:lpstr>
      <vt:lpstr>Print on the Page</vt:lpstr>
      <vt:lpstr>Creating Functions</vt:lpstr>
      <vt:lpstr>PowerPoint Presentation</vt:lpstr>
      <vt:lpstr>VARIABLES AND USE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Scope of Let</vt:lpstr>
      <vt:lpstr>PowerPoint Presentation</vt:lpstr>
      <vt:lpstr>Operators</vt:lpstr>
      <vt:lpstr>Area of a Circle</vt:lpstr>
      <vt:lpstr>New Line</vt:lpstr>
      <vt:lpstr>JavaScript has 8 Datatypes </vt:lpstr>
      <vt:lpstr>PowerPoint Presentation</vt:lpstr>
      <vt:lpstr>JavaScript Numbers </vt:lpstr>
      <vt:lpstr>Exponential Notation </vt:lpstr>
      <vt:lpstr>Exponential</vt:lpstr>
      <vt:lpstr>Boolean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shashvat.sharma13@outlook.com</dc:creator>
  <cp:lastModifiedBy>neethut.nhce</cp:lastModifiedBy>
  <cp:revision>44</cp:revision>
  <dcterms:created xsi:type="dcterms:W3CDTF">2024-05-09T05:26:21Z</dcterms:created>
  <dcterms:modified xsi:type="dcterms:W3CDTF">2025-05-23T04:23:02Z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0x0101002DFA86D12D1B014DB198FAB3E37B07B9</vt:lpwstr>
  </property>
</Properties>
</file>